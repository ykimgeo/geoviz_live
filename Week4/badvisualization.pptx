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3"/>
    <p:restoredTop sz="94699"/>
  </p:normalViewPr>
  <p:slideViewPr>
    <p:cSldViewPr snapToGrid="0">
      <p:cViewPr varScale="1">
        <p:scale>
          <a:sx n="197" d="100"/>
          <a:sy n="197" d="100"/>
        </p:scale>
        <p:origin x="17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1CE7-F611-5487-B6D5-610C03490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8EADE-A306-6C76-5950-FD1178CF6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22B9D-DDDB-546F-8B83-DFA8A48C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2ABC2-E1FC-B0E7-5086-F88C08E1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C46DF-3696-12D1-A333-25E4C723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56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3FDB-903C-62B2-78F4-891231C9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2BA4-90C1-6D10-901C-056AEA046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909A3-0EF6-D982-C5D9-6C54772F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CC497-3DC0-C674-F2CC-26009EFD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16F83-80D4-CEE1-32A0-B902E7FE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AB43-487E-5D5A-B5B3-FAE90F4C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BB5ED-B609-22AA-0FCF-5B44886A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81BC-826C-D87D-B9F2-D6B2A7DE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3454-200A-1C43-37D8-9B5D6174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0A885-ED56-B11A-F189-1976A709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EE35-1BC3-5564-9BC9-FD238559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5224-8EAE-FB1A-8160-6275B0C96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8541C-3BBE-2789-CA9C-234EFB363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32164-56A9-1AB0-7192-C80797BB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FCF63-637A-4789-9FEC-7C8B6497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3187B-841E-2CC7-0E0B-2F1B4677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7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127D-6E98-AAEE-E90A-6A50DEEE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FA95E-7701-62F3-EE0A-58BA7184F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DB33D-6D57-DDC5-181D-46BFF7526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71959-AAB3-1B00-AC5D-6C2380A14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74019-B3D9-C658-C677-5DAD9A1F3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EAAA8-5545-F596-F6D8-0E60BECE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1EA-EAF4-48B9-5A9D-13C8E12F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AA3B6-FC06-16AB-2B02-4EBFC8BC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6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B53-AAE8-8F26-9C40-1D431585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EE8D7-89E2-26BC-3406-A5E6983A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48A54-434D-2143-4FFD-4E7D7930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7369D-98EA-5423-F670-58C5D724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DFC22-DD2C-79FD-8382-5A64AF77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55B1E-896C-FD2A-F2E1-5507FCE3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B9545-0B8B-2621-3045-FC89AA6D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9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DA85-7413-4E29-ADE0-9182E395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C26E-6DDF-87F4-7E1E-27DC6CC92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26D9B-9C9E-EFC4-A5C6-976C62060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ABF76-FCD4-A473-7EE5-4EA19841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99D73-4697-3794-B32A-88A5919C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66B34-FA56-2F8D-FE1C-9C85147F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0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6838-EC9C-6890-1E14-018142AD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96EC2-9235-09B5-B81F-ECFBFE493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0FC35-DEEA-E6CD-9D5B-BCDFD4C9E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A5CC1-71A1-418C-BCBE-F104E946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03BAE-1B89-73C3-3E3E-25F3183E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3C31D-22BC-27E6-ED77-F5DDD40F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9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548A-02DD-A2AF-3534-742DBC45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C8AE6-7B5C-4509-0793-3605644D1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5B394-A487-64DB-B45C-0E28A54B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8A875-89CA-D688-BA4B-D7A4699E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D4404-CD95-CE13-6C7D-C9FFC5F5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3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1081A-A256-F46D-5B3B-E838F35B9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9BC74-B78F-1CDA-6722-96B43850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77000-9349-EDAD-C699-7B2CF001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111C-71C6-88BF-E6D6-2F8C80C7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B9D2-9209-C24D-CB76-2EE6AD8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4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EE077-0FD9-C559-DECD-F614EC1F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A84F8-8558-11A3-6FC6-0C7B0941E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AACF-9E5C-7937-D1E7-6F3E54259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6FB55-32B7-144C-91DE-777D4E46FC8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6D356-C481-84FF-1B7F-D5CFC00B5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DF1B9-1D2D-5CFB-D588-C1EA61A57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65E80-66A9-374E-90E3-63ADC7F09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1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0FFD661-3D57-1CC8-FA58-57B72257AA62}"/>
              </a:ext>
            </a:extLst>
          </p:cNvPr>
          <p:cNvGrpSpPr/>
          <p:nvPr/>
        </p:nvGrpSpPr>
        <p:grpSpPr>
          <a:xfrm>
            <a:off x="2209800" y="778211"/>
            <a:ext cx="7772400" cy="4836776"/>
            <a:chOff x="2209800" y="778211"/>
            <a:chExt cx="7772400" cy="4836776"/>
          </a:xfrm>
        </p:grpSpPr>
        <p:pic>
          <p:nvPicPr>
            <p:cNvPr id="5" name="Picture 4" descr="A screenshot of a map&#10;&#10;AI-generated content may be incorrect.">
              <a:extLst>
                <a:ext uri="{FF2B5EF4-FFF2-40B4-BE49-F238E27FC236}">
                  <a16:creationId xmlns:a16="http://schemas.microsoft.com/office/drawing/2014/main" id="{3CC9029C-8943-AEAD-37C6-D8AD26BA2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243012"/>
              <a:ext cx="7772400" cy="43719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677E3E-E597-5227-FB01-77B0EF98D8A1}"/>
                </a:ext>
              </a:extLst>
            </p:cNvPr>
            <p:cNvSpPr txBox="1"/>
            <p:nvPr/>
          </p:nvSpPr>
          <p:spPr>
            <a:xfrm>
              <a:off x="3348036" y="778211"/>
              <a:ext cx="5495928" cy="338554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Urban sprawl and green space change in Sejong City, South Korea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D9FAD2-C24A-D415-1BC4-D52645F78632}"/>
                </a:ext>
              </a:extLst>
            </p:cNvPr>
            <p:cNvSpPr/>
            <p:nvPr/>
          </p:nvSpPr>
          <p:spPr>
            <a:xfrm>
              <a:off x="5055141" y="1243012"/>
              <a:ext cx="2081719" cy="183711"/>
            </a:xfrm>
            <a:prstGeom prst="rect">
              <a:avLst/>
            </a:prstGeom>
            <a:noFill/>
            <a:ln w="127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1A5CA68-CE62-14CE-C596-F011D3767107}"/>
                </a:ext>
              </a:extLst>
            </p:cNvPr>
            <p:cNvCxnSpPr>
              <a:cxnSpLocks/>
              <a:stCxn id="5" idx="0"/>
              <a:endCxn id="8" idx="2"/>
            </p:cNvCxnSpPr>
            <p:nvPr/>
          </p:nvCxnSpPr>
          <p:spPr>
            <a:xfrm flipV="1">
              <a:off x="6096000" y="1116765"/>
              <a:ext cx="0" cy="126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1034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Yunsik Kim</dc:creator>
  <cp:lastModifiedBy>Yunsik Kim</cp:lastModifiedBy>
  <cp:revision>1</cp:revision>
  <dcterms:created xsi:type="dcterms:W3CDTF">2026-02-01T19:16:33Z</dcterms:created>
  <dcterms:modified xsi:type="dcterms:W3CDTF">2026-02-01T21:19:02Z</dcterms:modified>
</cp:coreProperties>
</file>