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8"/>
  </p:notesMasterIdLst>
  <p:sldIdLst>
    <p:sldId id="280" r:id="rId2"/>
    <p:sldId id="337" r:id="rId3"/>
    <p:sldId id="338" r:id="rId4"/>
    <p:sldId id="342" r:id="rId5"/>
    <p:sldId id="343" r:id="rId6"/>
    <p:sldId id="33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553A"/>
    <a:srgbClr val="030519"/>
    <a:srgbClr val="601E52"/>
    <a:srgbClr val="CA1A50"/>
    <a:srgbClr val="F4865E"/>
    <a:srgbClr val="FBEBDD"/>
    <a:srgbClr val="3D62A8"/>
    <a:srgbClr val="A9373B"/>
    <a:srgbClr val="F7F5F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F7C7B0-830F-DB4D-A0B0-3D33EBF60F20}" v="600" dt="2026-02-25T04:24:34.2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392"/>
    <p:restoredTop sz="91004"/>
  </p:normalViewPr>
  <p:slideViewPr>
    <p:cSldViewPr snapToGrid="0">
      <p:cViewPr varScale="1">
        <p:scale>
          <a:sx n="202" d="100"/>
          <a:sy n="202" d="100"/>
        </p:scale>
        <p:origin x="21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nsik Kim" userId="37ce25964438db19" providerId="LiveId" clId="{BAA54C86-8622-5CAA-B237-43B559026148}"/>
    <pc:docChg chg="undo custSel addSld delSld modSld sldOrd modMainMaster">
      <pc:chgData name="Yunsik Kim" userId="37ce25964438db19" providerId="LiveId" clId="{BAA54C86-8622-5CAA-B237-43B559026148}" dt="2026-02-25T04:24:51.052" v="26975" actId="20577"/>
      <pc:docMkLst>
        <pc:docMk/>
      </pc:docMkLst>
      <pc:sldChg chg="addSp delSp modSp mod modNotesTx">
        <pc:chgData name="Yunsik Kim" userId="37ce25964438db19" providerId="LiveId" clId="{BAA54C86-8622-5CAA-B237-43B559026148}" dt="2026-02-25T04:23:21.373" v="26956" actId="20577"/>
        <pc:sldMkLst>
          <pc:docMk/>
          <pc:sldMk cId="758000304" sldId="280"/>
        </pc:sldMkLst>
        <pc:spChg chg="mod">
          <ac:chgData name="Yunsik Kim" userId="37ce25964438db19" providerId="LiveId" clId="{BAA54C86-8622-5CAA-B237-43B559026148}" dt="2026-02-25T03:04:08.512" v="16516" actId="1076"/>
          <ac:spMkLst>
            <pc:docMk/>
            <pc:sldMk cId="758000304" sldId="280"/>
            <ac:spMk id="2" creationId="{4AD78750-F979-D5E7-E4C8-61DC040E81E8}"/>
          </ac:spMkLst>
        </pc:spChg>
        <pc:spChg chg="add mod">
          <ac:chgData name="Yunsik Kim" userId="37ce25964438db19" providerId="LiveId" clId="{BAA54C86-8622-5CAA-B237-43B559026148}" dt="2026-02-25T00:17:12.267" v="12059" actId="6549"/>
          <ac:spMkLst>
            <pc:docMk/>
            <pc:sldMk cId="758000304" sldId="280"/>
            <ac:spMk id="3" creationId="{8C93F06F-561C-E3FE-4154-51AB59CF4689}"/>
          </ac:spMkLst>
        </pc:spChg>
        <pc:spChg chg="add mod">
          <ac:chgData name="Yunsik Kim" userId="37ce25964438db19" providerId="LiveId" clId="{BAA54C86-8622-5CAA-B237-43B559026148}" dt="2026-02-25T00:16:41.212" v="12007" actId="20577"/>
          <ac:spMkLst>
            <pc:docMk/>
            <pc:sldMk cId="758000304" sldId="280"/>
            <ac:spMk id="4" creationId="{7627EF36-D8DC-3066-33F1-7541184923FA}"/>
          </ac:spMkLst>
        </pc:spChg>
        <pc:spChg chg="mod">
          <ac:chgData name="Yunsik Kim" userId="37ce25964438db19" providerId="LiveId" clId="{BAA54C86-8622-5CAA-B237-43B559026148}" dt="2026-02-25T04:23:21.373" v="26956" actId="20577"/>
          <ac:spMkLst>
            <pc:docMk/>
            <pc:sldMk cId="758000304" sldId="280"/>
            <ac:spMk id="6" creationId="{ED3C8FB6-11CC-1C60-08DD-8B9108C6051C}"/>
          </ac:spMkLst>
        </pc:spChg>
      </pc:sldChg>
      <pc:sldChg chg="addSp delSp modSp add del mod modNotesTx">
        <pc:chgData name="Yunsik Kim" userId="37ce25964438db19" providerId="LiveId" clId="{BAA54C86-8622-5CAA-B237-43B559026148}" dt="2026-02-25T01:33:04.712" v="13906" actId="2696"/>
        <pc:sldMkLst>
          <pc:docMk/>
          <pc:sldMk cId="344052597" sldId="334"/>
        </pc:sldMkLst>
      </pc:sldChg>
      <pc:sldChg chg="addSp delSp modSp add del mod">
        <pc:chgData name="Yunsik Kim" userId="37ce25964438db19" providerId="LiveId" clId="{BAA54C86-8622-5CAA-B237-43B559026148}" dt="2026-02-25T01:33:05.497" v="13907" actId="2696"/>
        <pc:sldMkLst>
          <pc:docMk/>
          <pc:sldMk cId="486884283" sldId="335"/>
        </pc:sldMkLst>
      </pc:sldChg>
      <pc:sldChg chg="addSp delSp modSp add del mod">
        <pc:chgData name="Yunsik Kim" userId="37ce25964438db19" providerId="LiveId" clId="{BAA54C86-8622-5CAA-B237-43B559026148}" dt="2026-02-25T01:33:06.179" v="13908" actId="2696"/>
        <pc:sldMkLst>
          <pc:docMk/>
          <pc:sldMk cId="1352884404" sldId="336"/>
        </pc:sldMkLst>
      </pc:sldChg>
      <pc:sldChg chg="addSp delSp modSp add mod delAnim modAnim modNotesTx">
        <pc:chgData name="Yunsik Kim" userId="37ce25964438db19" providerId="LiveId" clId="{BAA54C86-8622-5CAA-B237-43B559026148}" dt="2026-02-25T03:37:36.428" v="20446"/>
        <pc:sldMkLst>
          <pc:docMk/>
          <pc:sldMk cId="913483964" sldId="337"/>
        </pc:sldMkLst>
        <pc:spChg chg="add mod">
          <ac:chgData name="Yunsik Kim" userId="37ce25964438db19" providerId="LiveId" clId="{BAA54C86-8622-5CAA-B237-43B559026148}" dt="2026-02-25T00:47:06.597" v="12790" actId="1035"/>
          <ac:spMkLst>
            <pc:docMk/>
            <pc:sldMk cId="913483964" sldId="337"/>
            <ac:spMk id="2" creationId="{8B8B08A6-FAF4-CDCA-C801-2B9FFC785B79}"/>
          </ac:spMkLst>
        </pc:spChg>
        <pc:spChg chg="add del mod">
          <ac:chgData name="Yunsik Kim" userId="37ce25964438db19" providerId="LiveId" clId="{BAA54C86-8622-5CAA-B237-43B559026148}" dt="2026-02-25T00:16:13.750" v="11966" actId="20577"/>
          <ac:spMkLst>
            <pc:docMk/>
            <pc:sldMk cId="913483964" sldId="337"/>
            <ac:spMk id="4" creationId="{222F62DB-A40A-F1C9-A0D5-FA626B392DB0}"/>
          </ac:spMkLst>
        </pc:spChg>
        <pc:spChg chg="add mod">
          <ac:chgData name="Yunsik Kim" userId="37ce25964438db19" providerId="LiveId" clId="{BAA54C86-8622-5CAA-B237-43B559026148}" dt="2026-02-25T00:47:02.839" v="12777" actId="1036"/>
          <ac:spMkLst>
            <pc:docMk/>
            <pc:sldMk cId="913483964" sldId="337"/>
            <ac:spMk id="5" creationId="{01019EE0-CF81-F659-D5B9-AF6E93FD43BF}"/>
          </ac:spMkLst>
        </pc:spChg>
        <pc:spChg chg="add mod">
          <ac:chgData name="Yunsik Kim" userId="37ce25964438db19" providerId="LiveId" clId="{BAA54C86-8622-5CAA-B237-43B559026148}" dt="2026-02-25T03:31:10.159" v="18842" actId="20577"/>
          <ac:spMkLst>
            <pc:docMk/>
            <pc:sldMk cId="913483964" sldId="337"/>
            <ac:spMk id="6" creationId="{30B67C1D-33B4-203F-ED54-6919A742EC30}"/>
          </ac:spMkLst>
        </pc:spChg>
        <pc:spChg chg="add del mod">
          <ac:chgData name="Yunsik Kim" userId="37ce25964438db19" providerId="LiveId" clId="{BAA54C86-8622-5CAA-B237-43B559026148}" dt="2026-02-25T00:36:01.883" v="12516" actId="478"/>
          <ac:spMkLst>
            <pc:docMk/>
            <pc:sldMk cId="913483964" sldId="337"/>
            <ac:spMk id="8" creationId="{D599AA4C-2B59-21ED-8EE2-AD83466D38B8}"/>
          </ac:spMkLst>
        </pc:spChg>
        <pc:spChg chg="add del mod">
          <ac:chgData name="Yunsik Kim" userId="37ce25964438db19" providerId="LiveId" clId="{BAA54C86-8622-5CAA-B237-43B559026148}" dt="2026-02-25T00:30:12.828" v="12494" actId="478"/>
          <ac:spMkLst>
            <pc:docMk/>
            <pc:sldMk cId="913483964" sldId="337"/>
            <ac:spMk id="9" creationId="{A6800BED-DDAB-C9EA-CFA2-6675170A3C45}"/>
          </ac:spMkLst>
        </pc:spChg>
        <pc:spChg chg="add mod">
          <ac:chgData name="Yunsik Kim" userId="37ce25964438db19" providerId="LiveId" clId="{BAA54C86-8622-5CAA-B237-43B559026148}" dt="2026-02-25T00:36:46.236" v="12535" actId="208"/>
          <ac:spMkLst>
            <pc:docMk/>
            <pc:sldMk cId="913483964" sldId="337"/>
            <ac:spMk id="14" creationId="{5E783421-0166-BBB6-5339-7E41D1DC8E22}"/>
          </ac:spMkLst>
        </pc:spChg>
        <pc:spChg chg="add mod">
          <ac:chgData name="Yunsik Kim" userId="37ce25964438db19" providerId="LiveId" clId="{BAA54C86-8622-5CAA-B237-43B559026148}" dt="2026-02-25T00:36:57.708" v="12538" actId="14100"/>
          <ac:spMkLst>
            <pc:docMk/>
            <pc:sldMk cId="913483964" sldId="337"/>
            <ac:spMk id="15" creationId="{129B7109-DD76-C596-CB87-4A0C91AC62FC}"/>
          </ac:spMkLst>
        </pc:spChg>
        <pc:spChg chg="add mod">
          <ac:chgData name="Yunsik Kim" userId="37ce25964438db19" providerId="LiveId" clId="{BAA54C86-8622-5CAA-B237-43B559026148}" dt="2026-02-25T00:37:06.977" v="12542" actId="14100"/>
          <ac:spMkLst>
            <pc:docMk/>
            <pc:sldMk cId="913483964" sldId="337"/>
            <ac:spMk id="16" creationId="{5766F0BC-8797-4F61-E659-0511C680B9C2}"/>
          </ac:spMkLst>
        </pc:spChg>
        <pc:picChg chg="add del mod modCrop">
          <ac:chgData name="Yunsik Kim" userId="37ce25964438db19" providerId="LiveId" clId="{BAA54C86-8622-5CAA-B237-43B559026148}" dt="2026-02-25T00:36:02.042" v="12517" actId="478"/>
          <ac:picMkLst>
            <pc:docMk/>
            <pc:sldMk cId="913483964" sldId="337"/>
            <ac:picMk id="7" creationId="{82A95994-4C9F-FFE8-36F7-49A924DAEB61}"/>
          </ac:picMkLst>
        </pc:picChg>
        <pc:picChg chg="add mod">
          <ac:chgData name="Yunsik Kim" userId="37ce25964438db19" providerId="LiveId" clId="{BAA54C86-8622-5CAA-B237-43B559026148}" dt="2026-02-25T00:36:32.682" v="12531" actId="465"/>
          <ac:picMkLst>
            <pc:docMk/>
            <pc:sldMk cId="913483964" sldId="337"/>
            <ac:picMk id="10" creationId="{CD44C40E-16CB-7451-5230-9E0FAE2AB68F}"/>
          </ac:picMkLst>
        </pc:picChg>
        <pc:picChg chg="add mod">
          <ac:chgData name="Yunsik Kim" userId="37ce25964438db19" providerId="LiveId" clId="{BAA54C86-8622-5CAA-B237-43B559026148}" dt="2026-02-25T00:36:32.682" v="12531" actId="465"/>
          <ac:picMkLst>
            <pc:docMk/>
            <pc:sldMk cId="913483964" sldId="337"/>
            <ac:picMk id="11" creationId="{C4BA91AD-02D8-656C-9372-647F026F6F13}"/>
          </ac:picMkLst>
        </pc:picChg>
        <pc:picChg chg="add del mod">
          <ac:chgData name="Yunsik Kim" userId="37ce25964438db19" providerId="LiveId" clId="{BAA54C86-8622-5CAA-B237-43B559026148}" dt="2026-02-25T00:15:31.435" v="11932" actId="478"/>
          <ac:picMkLst>
            <pc:docMk/>
            <pc:sldMk cId="913483964" sldId="337"/>
            <ac:picMk id="12" creationId="{ACA6A774-2555-8D9B-3909-D91AE775BB5A}"/>
          </ac:picMkLst>
        </pc:picChg>
        <pc:picChg chg="add mod">
          <ac:chgData name="Yunsik Kim" userId="37ce25964438db19" providerId="LiveId" clId="{BAA54C86-8622-5CAA-B237-43B559026148}" dt="2026-02-25T00:36:32.682" v="12531" actId="465"/>
          <ac:picMkLst>
            <pc:docMk/>
            <pc:sldMk cId="913483964" sldId="337"/>
            <ac:picMk id="13" creationId="{2A9BC92A-099E-8918-E2CB-B2D878142810}"/>
          </ac:picMkLst>
        </pc:picChg>
        <pc:picChg chg="add mod">
          <ac:chgData name="Yunsik Kim" userId="37ce25964438db19" providerId="LiveId" clId="{BAA54C86-8622-5CAA-B237-43B559026148}" dt="2026-02-25T00:47:06.597" v="12790" actId="1035"/>
          <ac:picMkLst>
            <pc:docMk/>
            <pc:sldMk cId="913483964" sldId="337"/>
            <ac:picMk id="1026" creationId="{BEDE6D17-2BAE-E5C2-D155-94A3264D3311}"/>
          </ac:picMkLst>
        </pc:picChg>
      </pc:sldChg>
      <pc:sldChg chg="addSp delSp modSp add mod modNotesTx">
        <pc:chgData name="Yunsik Kim" userId="37ce25964438db19" providerId="LiveId" clId="{BAA54C86-8622-5CAA-B237-43B559026148}" dt="2026-02-25T03:37:14.067" v="20436" actId="20577"/>
        <pc:sldMkLst>
          <pc:docMk/>
          <pc:sldMk cId="2018831297" sldId="338"/>
        </pc:sldMkLst>
        <pc:spChg chg="add mod">
          <ac:chgData name="Yunsik Kim" userId="37ce25964438db19" providerId="LiveId" clId="{BAA54C86-8622-5CAA-B237-43B559026148}" dt="2026-02-25T00:48:23.408" v="12852" actId="20577"/>
          <ac:spMkLst>
            <pc:docMk/>
            <pc:sldMk cId="2018831297" sldId="338"/>
            <ac:spMk id="2" creationId="{4069CBC1-28CF-F92A-9788-54852102B39A}"/>
          </ac:spMkLst>
        </pc:spChg>
        <pc:spChg chg="mod">
          <ac:chgData name="Yunsik Kim" userId="37ce25964438db19" providerId="LiveId" clId="{BAA54C86-8622-5CAA-B237-43B559026148}" dt="2026-02-25T00:42:17.639" v="12658" actId="6549"/>
          <ac:spMkLst>
            <pc:docMk/>
            <pc:sldMk cId="2018831297" sldId="338"/>
            <ac:spMk id="4" creationId="{27511E62-1009-32A9-1CA1-FD2E1BE77BC6}"/>
          </ac:spMkLst>
        </pc:spChg>
        <pc:spChg chg="add mod">
          <ac:chgData name="Yunsik Kim" userId="37ce25964438db19" providerId="LiveId" clId="{BAA54C86-8622-5CAA-B237-43B559026148}" dt="2026-02-25T00:49:54.642" v="13072"/>
          <ac:spMkLst>
            <pc:docMk/>
            <pc:sldMk cId="2018831297" sldId="338"/>
            <ac:spMk id="5" creationId="{B5CB7E5F-4F54-F4EF-0CF8-BC1AC57FEAA6}"/>
          </ac:spMkLst>
        </pc:spChg>
      </pc:sldChg>
      <pc:sldChg chg="addSp delSp modSp new mod setBg modNotesTx">
        <pc:chgData name="Yunsik Kim" userId="37ce25964438db19" providerId="LiveId" clId="{BAA54C86-8622-5CAA-B237-43B559026148}" dt="2026-02-25T04:24:51.052" v="26975" actId="20577"/>
        <pc:sldMkLst>
          <pc:docMk/>
          <pc:sldMk cId="668129625" sldId="339"/>
        </pc:sldMkLst>
        <pc:spChg chg="add del mod">
          <ac:chgData name="Yunsik Kim" userId="37ce25964438db19" providerId="LiveId" clId="{BAA54C86-8622-5CAA-B237-43B559026148}" dt="2026-02-24T18:50:52.543" v="11925" actId="478"/>
          <ac:spMkLst>
            <pc:docMk/>
            <pc:sldMk cId="668129625" sldId="339"/>
            <ac:spMk id="2" creationId="{3A59C105-321B-529F-2E3D-246ADB38E770}"/>
          </ac:spMkLst>
        </pc:spChg>
        <pc:spChg chg="add del mod">
          <ac:chgData name="Yunsik Kim" userId="37ce25964438db19" providerId="LiveId" clId="{BAA54C86-8622-5CAA-B237-43B559026148}" dt="2026-02-25T02:20:47.096" v="14963" actId="478"/>
          <ac:spMkLst>
            <pc:docMk/>
            <pc:sldMk cId="668129625" sldId="339"/>
            <ac:spMk id="3" creationId="{961F14E1-467B-D770-666B-17F9F6133AB4}"/>
          </ac:spMkLst>
        </pc:spChg>
        <pc:spChg chg="add del mod">
          <ac:chgData name="Yunsik Kim" userId="37ce25964438db19" providerId="LiveId" clId="{BAA54C86-8622-5CAA-B237-43B559026148}" dt="2026-02-24T18:50:57.780" v="11929" actId="478"/>
          <ac:spMkLst>
            <pc:docMk/>
            <pc:sldMk cId="668129625" sldId="339"/>
            <ac:spMk id="3" creationId="{D2003098-44D6-9F3E-8E1D-45FA7B1E7117}"/>
          </ac:spMkLst>
        </pc:spChg>
        <pc:spChg chg="add mod">
          <ac:chgData name="Yunsik Kim" userId="37ce25964438db19" providerId="LiveId" clId="{BAA54C86-8622-5CAA-B237-43B559026148}" dt="2026-02-24T16:36:03.644" v="11369" actId="1076"/>
          <ac:spMkLst>
            <pc:docMk/>
            <pc:sldMk cId="668129625" sldId="339"/>
            <ac:spMk id="4" creationId="{B52BDA63-93B3-6DBE-950D-34AD2065C324}"/>
          </ac:spMkLst>
        </pc:spChg>
        <pc:spChg chg="add mod">
          <ac:chgData name="Yunsik Kim" userId="37ce25964438db19" providerId="LiveId" clId="{BAA54C86-8622-5CAA-B237-43B559026148}" dt="2026-02-24T18:48:29.289" v="11823" actId="571"/>
          <ac:spMkLst>
            <pc:docMk/>
            <pc:sldMk cId="668129625" sldId="339"/>
            <ac:spMk id="5" creationId="{3427D226-A5F4-4E5B-3D29-A61BD1CE5D40}"/>
          </ac:spMkLst>
        </pc:spChg>
        <pc:spChg chg="add del mod">
          <ac:chgData name="Yunsik Kim" userId="37ce25964438db19" providerId="LiveId" clId="{BAA54C86-8622-5CAA-B237-43B559026148}" dt="2026-02-24T16:43:02.143" v="11692" actId="478"/>
          <ac:spMkLst>
            <pc:docMk/>
            <pc:sldMk cId="668129625" sldId="339"/>
            <ac:spMk id="6" creationId="{5E8ABB49-0EEA-0F70-90F7-50F42883EDC5}"/>
          </ac:spMkLst>
        </pc:spChg>
        <pc:spChg chg="add del mod">
          <ac:chgData name="Yunsik Kim" userId="37ce25964438db19" providerId="LiveId" clId="{BAA54C86-8622-5CAA-B237-43B559026148}" dt="2026-02-24T18:50:56.848" v="11928" actId="478"/>
          <ac:spMkLst>
            <pc:docMk/>
            <pc:sldMk cId="668129625" sldId="339"/>
            <ac:spMk id="7" creationId="{BF9655B4-7EE4-34B5-33A7-CCA3CE32E606}"/>
          </ac:spMkLst>
        </pc:spChg>
        <pc:spChg chg="add mod">
          <ac:chgData name="Yunsik Kim" userId="37ce25964438db19" providerId="LiveId" clId="{BAA54C86-8622-5CAA-B237-43B559026148}" dt="2026-02-25T02:51:20.777" v="16192" actId="12789"/>
          <ac:spMkLst>
            <pc:docMk/>
            <pc:sldMk cId="668129625" sldId="339"/>
            <ac:spMk id="7" creationId="{EE117A73-5AAC-DB47-2232-6DB46E329559}"/>
          </ac:spMkLst>
        </pc:spChg>
        <pc:spChg chg="add del mod">
          <ac:chgData name="Yunsik Kim" userId="37ce25964438db19" providerId="LiveId" clId="{BAA54C86-8622-5CAA-B237-43B559026148}" dt="2026-02-24T16:42:59.527" v="11689" actId="478"/>
          <ac:spMkLst>
            <pc:docMk/>
            <pc:sldMk cId="668129625" sldId="339"/>
            <ac:spMk id="9" creationId="{218BD203-044A-6510-CD86-FDF4363BBC6F}"/>
          </ac:spMkLst>
        </pc:spChg>
        <pc:spChg chg="add mod">
          <ac:chgData name="Yunsik Kim" userId="37ce25964438db19" providerId="LiveId" clId="{BAA54C86-8622-5CAA-B237-43B559026148}" dt="2026-02-25T02:19:50.657" v="14954" actId="404"/>
          <ac:spMkLst>
            <pc:docMk/>
            <pc:sldMk cId="668129625" sldId="339"/>
            <ac:spMk id="9" creationId="{5E42446C-A4DB-D790-2C94-C6E21CFA5590}"/>
          </ac:spMkLst>
        </pc:spChg>
        <pc:spChg chg="add mod">
          <ac:chgData name="Yunsik Kim" userId="37ce25964438db19" providerId="LiveId" clId="{BAA54C86-8622-5CAA-B237-43B559026148}" dt="2026-02-25T02:51:16.835" v="16191" actId="12789"/>
          <ac:spMkLst>
            <pc:docMk/>
            <pc:sldMk cId="668129625" sldId="339"/>
            <ac:spMk id="10" creationId="{B300E95D-9CDD-0D5C-9DE0-E9C5B80445BA}"/>
          </ac:spMkLst>
        </pc:spChg>
        <pc:spChg chg="add del mod">
          <ac:chgData name="Yunsik Kim" userId="37ce25964438db19" providerId="LiveId" clId="{BAA54C86-8622-5CAA-B237-43B559026148}" dt="2026-02-24T16:41:17.320" v="11646" actId="478"/>
          <ac:spMkLst>
            <pc:docMk/>
            <pc:sldMk cId="668129625" sldId="339"/>
            <ac:spMk id="10" creationId="{CB685B39-85F5-4C81-C8E8-681DAA717422}"/>
          </ac:spMkLst>
        </pc:spChg>
        <pc:spChg chg="add del mod">
          <ac:chgData name="Yunsik Kim" userId="37ce25964438db19" providerId="LiveId" clId="{BAA54C86-8622-5CAA-B237-43B559026148}" dt="2026-02-24T16:43:00.555" v="11690" actId="478"/>
          <ac:spMkLst>
            <pc:docMk/>
            <pc:sldMk cId="668129625" sldId="339"/>
            <ac:spMk id="11" creationId="{0B84721B-DA44-990E-2468-CACF134EB523}"/>
          </ac:spMkLst>
        </pc:spChg>
        <pc:spChg chg="add mod">
          <ac:chgData name="Yunsik Kim" userId="37ce25964438db19" providerId="LiveId" clId="{BAA54C86-8622-5CAA-B237-43B559026148}" dt="2026-02-25T02:51:11.328" v="16190" actId="12789"/>
          <ac:spMkLst>
            <pc:docMk/>
            <pc:sldMk cId="668129625" sldId="339"/>
            <ac:spMk id="11" creationId="{5A044DF4-737E-24E7-38B6-11C008CAB2D4}"/>
          </ac:spMkLst>
        </pc:spChg>
        <pc:spChg chg="add del mod">
          <ac:chgData name="Yunsik Kim" userId="37ce25964438db19" providerId="LiveId" clId="{BAA54C86-8622-5CAA-B237-43B559026148}" dt="2026-02-24T16:43:01.189" v="11691" actId="478"/>
          <ac:spMkLst>
            <pc:docMk/>
            <pc:sldMk cId="668129625" sldId="339"/>
            <ac:spMk id="12" creationId="{29D1680D-BDF1-967D-9976-C5B1A5090FBE}"/>
          </ac:spMkLst>
        </pc:spChg>
        <pc:spChg chg="add del mod">
          <ac:chgData name="Yunsik Kim" userId="37ce25964438db19" providerId="LiveId" clId="{BAA54C86-8622-5CAA-B237-43B559026148}" dt="2026-02-24T18:50:23.200" v="11899" actId="478"/>
          <ac:spMkLst>
            <pc:docMk/>
            <pc:sldMk cId="668129625" sldId="339"/>
            <ac:spMk id="14" creationId="{D629E02E-B196-B3A9-9338-2B90E75DDC4B}"/>
          </ac:spMkLst>
        </pc:spChg>
        <pc:spChg chg="add mod topLvl">
          <ac:chgData name="Yunsik Kim" userId="37ce25964438db19" providerId="LiveId" clId="{BAA54C86-8622-5CAA-B237-43B559026148}" dt="2026-02-24T16:36:03.644" v="11369" actId="1076"/>
          <ac:spMkLst>
            <pc:docMk/>
            <pc:sldMk cId="668129625" sldId="339"/>
            <ac:spMk id="19" creationId="{C74E023F-D206-445E-0169-A5A74FE3D136}"/>
          </ac:spMkLst>
        </pc:spChg>
        <pc:spChg chg="add mod topLvl">
          <ac:chgData name="Yunsik Kim" userId="37ce25964438db19" providerId="LiveId" clId="{BAA54C86-8622-5CAA-B237-43B559026148}" dt="2026-02-24T16:36:03.644" v="11369" actId="1076"/>
          <ac:spMkLst>
            <pc:docMk/>
            <pc:sldMk cId="668129625" sldId="339"/>
            <ac:spMk id="20" creationId="{7430C82E-49F7-C8CA-A92A-7ED641F6E281}"/>
          </ac:spMkLst>
        </pc:spChg>
        <pc:spChg chg="add mod topLvl">
          <ac:chgData name="Yunsik Kim" userId="37ce25964438db19" providerId="LiveId" clId="{BAA54C86-8622-5CAA-B237-43B559026148}" dt="2026-02-24T16:36:03.644" v="11369" actId="1076"/>
          <ac:spMkLst>
            <pc:docMk/>
            <pc:sldMk cId="668129625" sldId="339"/>
            <ac:spMk id="21" creationId="{5E084A2C-9898-3CC7-4A7B-8DC3234038DE}"/>
          </ac:spMkLst>
        </pc:spChg>
        <pc:spChg chg="add mod topLvl">
          <ac:chgData name="Yunsik Kim" userId="37ce25964438db19" providerId="LiveId" clId="{BAA54C86-8622-5CAA-B237-43B559026148}" dt="2026-02-24T16:36:03.644" v="11369" actId="1076"/>
          <ac:spMkLst>
            <pc:docMk/>
            <pc:sldMk cId="668129625" sldId="339"/>
            <ac:spMk id="22" creationId="{4452E508-7296-B5D3-24F4-8465EB11009F}"/>
          </ac:spMkLst>
        </pc:spChg>
        <pc:spChg chg="add del mod topLvl">
          <ac:chgData name="Yunsik Kim" userId="37ce25964438db19" providerId="LiveId" clId="{BAA54C86-8622-5CAA-B237-43B559026148}" dt="2026-02-24T16:22:35.874" v="11244" actId="478"/>
          <ac:spMkLst>
            <pc:docMk/>
            <pc:sldMk cId="668129625" sldId="339"/>
            <ac:spMk id="23" creationId="{B06A1B12-FE86-BFCC-9F75-238F8C4970FD}"/>
          </ac:spMkLst>
        </pc:spChg>
        <pc:spChg chg="add del mod topLvl">
          <ac:chgData name="Yunsik Kim" userId="37ce25964438db19" providerId="LiveId" clId="{BAA54C86-8622-5CAA-B237-43B559026148}" dt="2026-02-24T16:22:37.633" v="11245" actId="478"/>
          <ac:spMkLst>
            <pc:docMk/>
            <pc:sldMk cId="668129625" sldId="339"/>
            <ac:spMk id="24" creationId="{4B7D1C2B-0B06-A284-6F9C-B370A9FD6976}"/>
          </ac:spMkLst>
        </pc:spChg>
        <pc:spChg chg="add del mod">
          <ac:chgData name="Yunsik Kim" userId="37ce25964438db19" providerId="LiveId" clId="{BAA54C86-8622-5CAA-B237-43B559026148}" dt="2026-02-25T02:40:04.572" v="15383" actId="478"/>
          <ac:spMkLst>
            <pc:docMk/>
            <pc:sldMk cId="668129625" sldId="339"/>
            <ac:spMk id="27" creationId="{B4966146-9CD5-95CC-0944-875E54422A7F}"/>
          </ac:spMkLst>
        </pc:spChg>
        <pc:spChg chg="add del mod">
          <ac:chgData name="Yunsik Kim" userId="37ce25964438db19" providerId="LiveId" clId="{BAA54C86-8622-5CAA-B237-43B559026148}" dt="2026-02-25T02:40:04.572" v="15383" actId="478"/>
          <ac:spMkLst>
            <pc:docMk/>
            <pc:sldMk cId="668129625" sldId="339"/>
            <ac:spMk id="28" creationId="{FCBF1162-F23B-3C80-4D0D-00C334B874E4}"/>
          </ac:spMkLst>
        </pc:spChg>
        <pc:spChg chg="add del mod">
          <ac:chgData name="Yunsik Kim" userId="37ce25964438db19" providerId="LiveId" clId="{BAA54C86-8622-5CAA-B237-43B559026148}" dt="2026-02-25T02:40:04.572" v="15383" actId="478"/>
          <ac:spMkLst>
            <pc:docMk/>
            <pc:sldMk cId="668129625" sldId="339"/>
            <ac:spMk id="29" creationId="{C05789BB-CB31-008B-C93B-34B1C5F796CB}"/>
          </ac:spMkLst>
        </pc:spChg>
        <pc:spChg chg="add del mod">
          <ac:chgData name="Yunsik Kim" userId="37ce25964438db19" providerId="LiveId" clId="{BAA54C86-8622-5CAA-B237-43B559026148}" dt="2026-02-25T02:40:04.572" v="15383" actId="478"/>
          <ac:spMkLst>
            <pc:docMk/>
            <pc:sldMk cId="668129625" sldId="339"/>
            <ac:spMk id="31" creationId="{53D5A5CC-6882-F48A-3027-02AE176C6743}"/>
          </ac:spMkLst>
        </pc:spChg>
        <pc:spChg chg="add del mod">
          <ac:chgData name="Yunsik Kim" userId="37ce25964438db19" providerId="LiveId" clId="{BAA54C86-8622-5CAA-B237-43B559026148}" dt="2026-02-25T02:40:04.572" v="15383" actId="478"/>
          <ac:spMkLst>
            <pc:docMk/>
            <pc:sldMk cId="668129625" sldId="339"/>
            <ac:spMk id="33" creationId="{00470B6E-85B5-7912-5318-1C8449F43E03}"/>
          </ac:spMkLst>
        </pc:spChg>
        <pc:spChg chg="add del mod">
          <ac:chgData name="Yunsik Kim" userId="37ce25964438db19" providerId="LiveId" clId="{BAA54C86-8622-5CAA-B237-43B559026148}" dt="2026-02-25T02:40:04.572" v="15383" actId="478"/>
          <ac:spMkLst>
            <pc:docMk/>
            <pc:sldMk cId="668129625" sldId="339"/>
            <ac:spMk id="35" creationId="{A90AFE8E-F49B-CB1E-5638-318C65046D13}"/>
          </ac:spMkLst>
        </pc:spChg>
        <pc:spChg chg="mod">
          <ac:chgData name="Yunsik Kim" userId="37ce25964438db19" providerId="LiveId" clId="{BAA54C86-8622-5CAA-B237-43B559026148}" dt="2026-02-25T02:41:47.462" v="15414" actId="207"/>
          <ac:spMkLst>
            <pc:docMk/>
            <pc:sldMk cId="668129625" sldId="339"/>
            <ac:spMk id="38" creationId="{00A2E459-7243-C194-73D0-8FD5428B8A97}"/>
          </ac:spMkLst>
        </pc:spChg>
        <pc:spChg chg="mod">
          <ac:chgData name="Yunsik Kim" userId="37ce25964438db19" providerId="LiveId" clId="{BAA54C86-8622-5CAA-B237-43B559026148}" dt="2026-02-25T02:41:30.323" v="15412"/>
          <ac:spMkLst>
            <pc:docMk/>
            <pc:sldMk cId="668129625" sldId="339"/>
            <ac:spMk id="39" creationId="{27441B9B-B8AF-358A-7D70-075C50FC3655}"/>
          </ac:spMkLst>
        </pc:spChg>
        <pc:spChg chg="mod">
          <ac:chgData name="Yunsik Kim" userId="37ce25964438db19" providerId="LiveId" clId="{BAA54C86-8622-5CAA-B237-43B559026148}" dt="2026-02-25T02:42:03.161" v="15415" actId="207"/>
          <ac:spMkLst>
            <pc:docMk/>
            <pc:sldMk cId="668129625" sldId="339"/>
            <ac:spMk id="41" creationId="{93332A5E-1715-5FB4-D909-6CB0249E6397}"/>
          </ac:spMkLst>
        </pc:spChg>
        <pc:spChg chg="mod">
          <ac:chgData name="Yunsik Kim" userId="37ce25964438db19" providerId="LiveId" clId="{BAA54C86-8622-5CAA-B237-43B559026148}" dt="2026-02-25T02:43:24.046" v="15437" actId="20577"/>
          <ac:spMkLst>
            <pc:docMk/>
            <pc:sldMk cId="668129625" sldId="339"/>
            <ac:spMk id="43" creationId="{FBC8CBC4-BF44-A165-D582-F8B708F17602}"/>
          </ac:spMkLst>
        </pc:spChg>
        <pc:spChg chg="mod">
          <ac:chgData name="Yunsik Kim" userId="37ce25964438db19" providerId="LiveId" clId="{BAA54C86-8622-5CAA-B237-43B559026148}" dt="2026-02-25T02:42:19.020" v="15416" actId="207"/>
          <ac:spMkLst>
            <pc:docMk/>
            <pc:sldMk cId="668129625" sldId="339"/>
            <ac:spMk id="45" creationId="{8439DD75-BB8D-61EE-5D72-A32D8C598E11}"/>
          </ac:spMkLst>
        </pc:spChg>
        <pc:spChg chg="mod">
          <ac:chgData name="Yunsik Kim" userId="37ce25964438db19" providerId="LiveId" clId="{BAA54C86-8622-5CAA-B237-43B559026148}" dt="2026-02-25T02:43:47.099" v="15470" actId="20577"/>
          <ac:spMkLst>
            <pc:docMk/>
            <pc:sldMk cId="668129625" sldId="339"/>
            <ac:spMk id="46" creationId="{42B00945-1624-A0DB-09B2-DAF51088EAA5}"/>
          </ac:spMkLst>
        </pc:spChg>
        <pc:spChg chg="mod">
          <ac:chgData name="Yunsik Kim" userId="37ce25964438db19" providerId="LiveId" clId="{BAA54C86-8622-5CAA-B237-43B559026148}" dt="2026-02-25T02:42:32.683" v="15417" actId="207"/>
          <ac:spMkLst>
            <pc:docMk/>
            <pc:sldMk cId="668129625" sldId="339"/>
            <ac:spMk id="48" creationId="{4F589B4B-434E-553B-EA5D-024AEA44BE35}"/>
          </ac:spMkLst>
        </pc:spChg>
        <pc:spChg chg="mod">
          <ac:chgData name="Yunsik Kim" userId="37ce25964438db19" providerId="LiveId" clId="{BAA54C86-8622-5CAA-B237-43B559026148}" dt="2026-02-25T02:43:56.333" v="15488" actId="20577"/>
          <ac:spMkLst>
            <pc:docMk/>
            <pc:sldMk cId="668129625" sldId="339"/>
            <ac:spMk id="49" creationId="{3AFE6A59-838B-BBD8-3BFE-6534282CFE59}"/>
          </ac:spMkLst>
        </pc:spChg>
        <pc:spChg chg="mod">
          <ac:chgData name="Yunsik Kim" userId="37ce25964438db19" providerId="LiveId" clId="{BAA54C86-8622-5CAA-B237-43B559026148}" dt="2026-02-25T02:42:55.355" v="15418" actId="207"/>
          <ac:spMkLst>
            <pc:docMk/>
            <pc:sldMk cId="668129625" sldId="339"/>
            <ac:spMk id="51" creationId="{EBA28D50-434C-55C2-A9EA-79425D685069}"/>
          </ac:spMkLst>
        </pc:spChg>
        <pc:spChg chg="mod">
          <ac:chgData name="Yunsik Kim" userId="37ce25964438db19" providerId="LiveId" clId="{BAA54C86-8622-5CAA-B237-43B559026148}" dt="2026-02-25T02:44:10.632" v="15507" actId="20577"/>
          <ac:spMkLst>
            <pc:docMk/>
            <pc:sldMk cId="668129625" sldId="339"/>
            <ac:spMk id="52" creationId="{DCEEC928-AD66-832C-8171-193F7EA8A669}"/>
          </ac:spMkLst>
        </pc:spChg>
        <pc:spChg chg="mod">
          <ac:chgData name="Yunsik Kim" userId="37ce25964438db19" providerId="LiveId" clId="{BAA54C86-8622-5CAA-B237-43B559026148}" dt="2026-02-25T02:43:11.075" v="15419" actId="207"/>
          <ac:spMkLst>
            <pc:docMk/>
            <pc:sldMk cId="668129625" sldId="339"/>
            <ac:spMk id="54" creationId="{16D5A97A-6DC7-2AE7-4C41-6F681A713B83}"/>
          </ac:spMkLst>
        </pc:spChg>
        <pc:spChg chg="mod">
          <ac:chgData name="Yunsik Kim" userId="37ce25964438db19" providerId="LiveId" clId="{BAA54C86-8622-5CAA-B237-43B559026148}" dt="2026-02-25T02:44:21.601" v="15525" actId="20577"/>
          <ac:spMkLst>
            <pc:docMk/>
            <pc:sldMk cId="668129625" sldId="339"/>
            <ac:spMk id="55" creationId="{D92324AC-A53D-7C8B-5620-4ECFCA5552E0}"/>
          </ac:spMkLst>
        </pc:spChg>
        <pc:spChg chg="add mod">
          <ac:chgData name="Yunsik Kim" userId="37ce25964438db19" providerId="LiveId" clId="{BAA54C86-8622-5CAA-B237-43B559026148}" dt="2026-02-25T03:03:23.083" v="16511" actId="1035"/>
          <ac:spMkLst>
            <pc:docMk/>
            <pc:sldMk cId="668129625" sldId="339"/>
            <ac:spMk id="57" creationId="{022E1514-CE53-76E8-C5D5-5E44F611D818}"/>
          </ac:spMkLst>
        </pc:spChg>
        <pc:spChg chg="add mod">
          <ac:chgData name="Yunsik Kim" userId="37ce25964438db19" providerId="LiveId" clId="{BAA54C86-8622-5CAA-B237-43B559026148}" dt="2026-02-25T04:00:06.461" v="24885" actId="1076"/>
          <ac:spMkLst>
            <pc:docMk/>
            <pc:sldMk cId="668129625" sldId="339"/>
            <ac:spMk id="58" creationId="{B5F3AA4E-B72F-23F1-48E3-2CAD094B5FA3}"/>
          </ac:spMkLst>
        </pc:spChg>
        <pc:spChg chg="add mod">
          <ac:chgData name="Yunsik Kim" userId="37ce25964438db19" providerId="LiveId" clId="{BAA54C86-8622-5CAA-B237-43B559026148}" dt="2026-02-25T02:55:56.528" v="16341" actId="113"/>
          <ac:spMkLst>
            <pc:docMk/>
            <pc:sldMk cId="668129625" sldId="339"/>
            <ac:spMk id="59" creationId="{5CB3493B-221A-7A6D-4E52-AF0020D82F20}"/>
          </ac:spMkLst>
        </pc:spChg>
        <pc:spChg chg="add mod">
          <ac:chgData name="Yunsik Kim" userId="37ce25964438db19" providerId="LiveId" clId="{BAA54C86-8622-5CAA-B237-43B559026148}" dt="2026-02-25T04:24:51.052" v="26975" actId="20577"/>
          <ac:spMkLst>
            <pc:docMk/>
            <pc:sldMk cId="668129625" sldId="339"/>
            <ac:spMk id="60" creationId="{EEF9E464-266F-EEDA-67B1-8B63095BCBA1}"/>
          </ac:spMkLst>
        </pc:spChg>
        <pc:spChg chg="add mod">
          <ac:chgData name="Yunsik Kim" userId="37ce25964438db19" providerId="LiveId" clId="{BAA54C86-8622-5CAA-B237-43B559026148}" dt="2026-02-25T02:55:58.410" v="16342" actId="113"/>
          <ac:spMkLst>
            <pc:docMk/>
            <pc:sldMk cId="668129625" sldId="339"/>
            <ac:spMk id="61" creationId="{C368EF44-C991-3D9F-784A-355C41CE27BB}"/>
          </ac:spMkLst>
        </pc:spChg>
        <pc:spChg chg="add mod">
          <ac:chgData name="Yunsik Kim" userId="37ce25964438db19" providerId="LiveId" clId="{BAA54C86-8622-5CAA-B237-43B559026148}" dt="2026-02-25T02:55:59.867" v="16343" actId="113"/>
          <ac:spMkLst>
            <pc:docMk/>
            <pc:sldMk cId="668129625" sldId="339"/>
            <ac:spMk id="62" creationId="{A12CB0CE-F644-D8B0-8D7B-F882A7B1D46E}"/>
          </ac:spMkLst>
        </pc:spChg>
        <pc:spChg chg="add mod">
          <ac:chgData name="Yunsik Kim" userId="37ce25964438db19" providerId="LiveId" clId="{BAA54C86-8622-5CAA-B237-43B559026148}" dt="2026-02-25T02:53:19.557" v="16277" actId="1038"/>
          <ac:spMkLst>
            <pc:docMk/>
            <pc:sldMk cId="668129625" sldId="339"/>
            <ac:spMk id="63" creationId="{093C1CC2-E06F-4221-65B4-84CB9C928A72}"/>
          </ac:spMkLst>
        </pc:spChg>
        <pc:spChg chg="add mod">
          <ac:chgData name="Yunsik Kim" userId="37ce25964438db19" providerId="LiveId" clId="{BAA54C86-8622-5CAA-B237-43B559026148}" dt="2026-02-25T02:53:23.885" v="16278" actId="571"/>
          <ac:spMkLst>
            <pc:docMk/>
            <pc:sldMk cId="668129625" sldId="339"/>
            <ac:spMk id="64" creationId="{8230F93C-22DF-801B-2B6D-85A9A7D33757}"/>
          </ac:spMkLst>
        </pc:spChg>
        <pc:spChg chg="add mod">
          <ac:chgData name="Yunsik Kim" userId="37ce25964438db19" providerId="LiveId" clId="{BAA54C86-8622-5CAA-B237-43B559026148}" dt="2026-02-25T02:53:28.281" v="16279" actId="571"/>
          <ac:spMkLst>
            <pc:docMk/>
            <pc:sldMk cId="668129625" sldId="339"/>
            <ac:spMk id="65" creationId="{76811E2D-6B6B-23F2-6CCE-21B5C13A77E8}"/>
          </ac:spMkLst>
        </pc:spChg>
        <pc:spChg chg="add mod">
          <ac:chgData name="Yunsik Kim" userId="37ce25964438db19" providerId="LiveId" clId="{BAA54C86-8622-5CAA-B237-43B559026148}" dt="2026-02-25T02:53:55.695" v="16288"/>
          <ac:spMkLst>
            <pc:docMk/>
            <pc:sldMk cId="668129625" sldId="339"/>
            <ac:spMk id="66" creationId="{7854CCDF-C35D-7217-4764-47E4C38795DD}"/>
          </ac:spMkLst>
        </pc:spChg>
        <pc:spChg chg="add mod">
          <ac:chgData name="Yunsik Kim" userId="37ce25964438db19" providerId="LiveId" clId="{BAA54C86-8622-5CAA-B237-43B559026148}" dt="2026-02-25T02:54:16.789" v="16304" actId="1076"/>
          <ac:spMkLst>
            <pc:docMk/>
            <pc:sldMk cId="668129625" sldId="339"/>
            <ac:spMk id="67" creationId="{23A501B1-D9C5-D283-FB0B-BF4DEBF697FD}"/>
          </ac:spMkLst>
        </pc:spChg>
        <pc:spChg chg="add mod">
          <ac:chgData name="Yunsik Kim" userId="37ce25964438db19" providerId="LiveId" clId="{BAA54C86-8622-5CAA-B237-43B559026148}" dt="2026-02-25T02:54:25.364" v="16309" actId="20577"/>
          <ac:spMkLst>
            <pc:docMk/>
            <pc:sldMk cId="668129625" sldId="339"/>
            <ac:spMk id="68" creationId="{194065F1-0A7D-DF0D-BEC6-F098058AC4E4}"/>
          </ac:spMkLst>
        </pc:spChg>
        <pc:spChg chg="add mod">
          <ac:chgData name="Yunsik Kim" userId="37ce25964438db19" providerId="LiveId" clId="{BAA54C86-8622-5CAA-B237-43B559026148}" dt="2026-02-25T02:55:31.316" v="16330" actId="20577"/>
          <ac:spMkLst>
            <pc:docMk/>
            <pc:sldMk cId="668129625" sldId="339"/>
            <ac:spMk id="69" creationId="{990CFD1F-F037-938A-C952-E472951EE17F}"/>
          </ac:spMkLst>
        </pc:spChg>
        <pc:spChg chg="add mod">
          <ac:chgData name="Yunsik Kim" userId="37ce25964438db19" providerId="LiveId" clId="{BAA54C86-8622-5CAA-B237-43B559026148}" dt="2026-02-25T02:55:33.969" v="16332" actId="20577"/>
          <ac:spMkLst>
            <pc:docMk/>
            <pc:sldMk cId="668129625" sldId="339"/>
            <ac:spMk id="70" creationId="{285531D7-FB85-7306-AB48-A3C701F30B96}"/>
          </ac:spMkLst>
        </pc:spChg>
        <pc:spChg chg="add mod">
          <ac:chgData name="Yunsik Kim" userId="37ce25964438db19" providerId="LiveId" clId="{BAA54C86-8622-5CAA-B237-43B559026148}" dt="2026-02-25T02:55:36.265" v="16334" actId="20577"/>
          <ac:spMkLst>
            <pc:docMk/>
            <pc:sldMk cId="668129625" sldId="339"/>
            <ac:spMk id="71" creationId="{BDA2C1FD-7E83-8D8E-36E2-365A7BD3502B}"/>
          </ac:spMkLst>
        </pc:spChg>
        <pc:spChg chg="add mod">
          <ac:chgData name="Yunsik Kim" userId="37ce25964438db19" providerId="LiveId" clId="{BAA54C86-8622-5CAA-B237-43B559026148}" dt="2026-02-25T02:55:25.708" v="16328" actId="20577"/>
          <ac:spMkLst>
            <pc:docMk/>
            <pc:sldMk cId="668129625" sldId="339"/>
            <ac:spMk id="72" creationId="{A1027FE8-408C-6CF2-2C79-70EF879688AC}"/>
          </ac:spMkLst>
        </pc:spChg>
        <pc:spChg chg="add del">
          <ac:chgData name="Yunsik Kim" userId="37ce25964438db19" providerId="LiveId" clId="{BAA54C86-8622-5CAA-B237-43B559026148}" dt="2026-02-25T03:02:42.572" v="16487" actId="478"/>
          <ac:spMkLst>
            <pc:docMk/>
            <pc:sldMk cId="668129625" sldId="339"/>
            <ac:spMk id="74" creationId="{96B278E8-3C0E-32FE-A755-CB5032D8F146}"/>
          </ac:spMkLst>
        </pc:spChg>
        <pc:spChg chg="add del">
          <ac:chgData name="Yunsik Kim" userId="37ce25964438db19" providerId="LiveId" clId="{BAA54C86-8622-5CAA-B237-43B559026148}" dt="2026-02-25T03:02:52.381" v="16489" actId="478"/>
          <ac:spMkLst>
            <pc:docMk/>
            <pc:sldMk cId="668129625" sldId="339"/>
            <ac:spMk id="75" creationId="{CF6AF08C-15E1-4DF8-D581-65E554659B31}"/>
          </ac:spMkLst>
        </pc:spChg>
        <pc:spChg chg="add mod">
          <ac:chgData name="Yunsik Kim" userId="37ce25964438db19" providerId="LiveId" clId="{BAA54C86-8622-5CAA-B237-43B559026148}" dt="2026-02-25T04:00:13.078" v="24886" actId="2710"/>
          <ac:spMkLst>
            <pc:docMk/>
            <pc:sldMk cId="668129625" sldId="339"/>
            <ac:spMk id="78" creationId="{38C6DD57-3A28-A82D-6D82-E5B2FA7E816C}"/>
          </ac:spMkLst>
        </pc:spChg>
        <pc:grpChg chg="add mod">
          <ac:chgData name="Yunsik Kim" userId="37ce25964438db19" providerId="LiveId" clId="{BAA54C86-8622-5CAA-B237-43B559026148}" dt="2026-02-25T03:03:23.083" v="16511" actId="1035"/>
          <ac:grpSpMkLst>
            <pc:docMk/>
            <pc:sldMk cId="668129625" sldId="339"/>
            <ac:grpSpMk id="8" creationId="{70AA5054-1EA8-36C2-0807-E19FD1919AD5}"/>
          </ac:grpSpMkLst>
        </pc:grpChg>
        <pc:grpChg chg="add del mod">
          <ac:chgData name="Yunsik Kim" userId="37ce25964438db19" providerId="LiveId" clId="{BAA54C86-8622-5CAA-B237-43B559026148}" dt="2026-02-24T16:22:33.940" v="11243" actId="165"/>
          <ac:grpSpMkLst>
            <pc:docMk/>
            <pc:sldMk cId="668129625" sldId="339"/>
            <ac:grpSpMk id="27" creationId="{B129A3AC-3BF4-846E-B7E7-67F590566486}"/>
          </ac:grpSpMkLst>
        </pc:grpChg>
        <pc:grpChg chg="mod">
          <ac:chgData name="Yunsik Kim" userId="37ce25964438db19" providerId="LiveId" clId="{BAA54C86-8622-5CAA-B237-43B559026148}" dt="2026-02-25T02:41:38.512" v="15413" actId="1076"/>
          <ac:grpSpMkLst>
            <pc:docMk/>
            <pc:sldMk cId="668129625" sldId="339"/>
            <ac:grpSpMk id="37" creationId="{2DFF4156-06C5-225A-6989-8650D9D59EDB}"/>
          </ac:grpSpMkLst>
        </pc:grpChg>
        <pc:grpChg chg="mod">
          <ac:chgData name="Yunsik Kim" userId="37ce25964438db19" providerId="LiveId" clId="{BAA54C86-8622-5CAA-B237-43B559026148}" dt="2026-02-25T02:41:38.512" v="15413" actId="1076"/>
          <ac:grpSpMkLst>
            <pc:docMk/>
            <pc:sldMk cId="668129625" sldId="339"/>
            <ac:grpSpMk id="40" creationId="{31DEA929-ED41-A88A-121C-BC11B9CCE411}"/>
          </ac:grpSpMkLst>
        </pc:grpChg>
        <pc:grpChg chg="mod">
          <ac:chgData name="Yunsik Kim" userId="37ce25964438db19" providerId="LiveId" clId="{BAA54C86-8622-5CAA-B237-43B559026148}" dt="2026-02-25T02:41:38.512" v="15413" actId="1076"/>
          <ac:grpSpMkLst>
            <pc:docMk/>
            <pc:sldMk cId="668129625" sldId="339"/>
            <ac:grpSpMk id="44" creationId="{7A0319F4-B5A3-9750-3514-E8FCFECA88A2}"/>
          </ac:grpSpMkLst>
        </pc:grpChg>
        <pc:grpChg chg="mod">
          <ac:chgData name="Yunsik Kim" userId="37ce25964438db19" providerId="LiveId" clId="{BAA54C86-8622-5CAA-B237-43B559026148}" dt="2026-02-25T02:41:38.512" v="15413" actId="1076"/>
          <ac:grpSpMkLst>
            <pc:docMk/>
            <pc:sldMk cId="668129625" sldId="339"/>
            <ac:grpSpMk id="47" creationId="{EA8E4CAC-D499-5466-CDFE-1D26DF366ED6}"/>
          </ac:grpSpMkLst>
        </pc:grpChg>
        <pc:grpChg chg="mod">
          <ac:chgData name="Yunsik Kim" userId="37ce25964438db19" providerId="LiveId" clId="{BAA54C86-8622-5CAA-B237-43B559026148}" dt="2026-02-25T02:41:38.512" v="15413" actId="1076"/>
          <ac:grpSpMkLst>
            <pc:docMk/>
            <pc:sldMk cId="668129625" sldId="339"/>
            <ac:grpSpMk id="50" creationId="{3D9D0CCB-008E-7D33-0293-232F2CBF81B6}"/>
          </ac:grpSpMkLst>
        </pc:grpChg>
        <pc:grpChg chg="mod">
          <ac:chgData name="Yunsik Kim" userId="37ce25964438db19" providerId="LiveId" clId="{BAA54C86-8622-5CAA-B237-43B559026148}" dt="2026-02-25T02:41:38.512" v="15413" actId="1076"/>
          <ac:grpSpMkLst>
            <pc:docMk/>
            <pc:sldMk cId="668129625" sldId="339"/>
            <ac:grpSpMk id="53" creationId="{3DCA6DB8-1693-B0E7-5C57-BBFB870768A2}"/>
          </ac:grpSpMkLst>
        </pc:grpChg>
        <pc:grpChg chg="add mod">
          <ac:chgData name="Yunsik Kim" userId="37ce25964438db19" providerId="LiveId" clId="{BAA54C86-8622-5CAA-B237-43B559026148}" dt="2026-02-25T02:57:04.320" v="16448" actId="1035"/>
          <ac:grpSpMkLst>
            <pc:docMk/>
            <pc:sldMk cId="668129625" sldId="339"/>
            <ac:grpSpMk id="56" creationId="{A89DAA67-4003-1EB9-9143-ED4B14BD5B0D}"/>
          </ac:grpSpMkLst>
        </pc:grpChg>
        <pc:picChg chg="add del">
          <ac:chgData name="Yunsik Kim" userId="37ce25964438db19" providerId="LiveId" clId="{BAA54C86-8622-5CAA-B237-43B559026148}" dt="2026-02-24T16:22:12.234" v="11131" actId="478"/>
          <ac:picMkLst>
            <pc:docMk/>
            <pc:sldMk cId="668129625" sldId="339"/>
            <ac:picMk id="2" creationId="{1C941746-7788-0AC8-A842-B5D6F857F94C}"/>
          </ac:picMkLst>
        </pc:picChg>
        <pc:picChg chg="add del mod">
          <ac:chgData name="Yunsik Kim" userId="37ce25964438db19" providerId="LiveId" clId="{BAA54C86-8622-5CAA-B237-43B559026148}" dt="2026-02-25T02:56:38.400" v="16377" actId="478"/>
          <ac:picMkLst>
            <pc:docMk/>
            <pc:sldMk cId="668129625" sldId="339"/>
            <ac:picMk id="2" creationId="{8C46A9E5-08C6-D10F-3293-09368FF836AF}"/>
          </ac:picMkLst>
        </pc:picChg>
        <pc:picChg chg="add del mod">
          <ac:chgData name="Yunsik Kim" userId="37ce25964438db19" providerId="LiveId" clId="{BAA54C86-8622-5CAA-B237-43B559026148}" dt="2026-02-24T16:35:41.234" v="11362" actId="478"/>
          <ac:picMkLst>
            <pc:docMk/>
            <pc:sldMk cId="668129625" sldId="339"/>
            <ac:picMk id="3" creationId="{62D3EB26-5EFE-BEA4-8F6A-287892C3A400}"/>
          </ac:picMkLst>
        </pc:picChg>
        <pc:picChg chg="add del mod">
          <ac:chgData name="Yunsik Kim" userId="37ce25964438db19" providerId="LiveId" clId="{BAA54C86-8622-5CAA-B237-43B559026148}" dt="2026-02-24T16:34:00.079" v="11328" actId="478"/>
          <ac:picMkLst>
            <pc:docMk/>
            <pc:sldMk cId="668129625" sldId="339"/>
            <ac:picMk id="5" creationId="{6324C220-4407-6524-ACC5-B0DC3998A012}"/>
          </ac:picMkLst>
        </pc:picChg>
        <pc:picChg chg="add mod">
          <ac:chgData name="Yunsik Kim" userId="37ce25964438db19" providerId="LiveId" clId="{BAA54C86-8622-5CAA-B237-43B559026148}" dt="2026-02-25T03:03:23.083" v="16511" actId="1035"/>
          <ac:picMkLst>
            <pc:docMk/>
            <pc:sldMk cId="668129625" sldId="339"/>
            <ac:picMk id="6" creationId="{4CF0C801-D43A-E796-4453-201A0A44E66A}"/>
          </ac:picMkLst>
        </pc:picChg>
        <pc:picChg chg="add mod">
          <ac:chgData name="Yunsik Kim" userId="37ce25964438db19" providerId="LiveId" clId="{BAA54C86-8622-5CAA-B237-43B559026148}" dt="2026-02-24T18:48:29.289" v="11823" actId="571"/>
          <ac:picMkLst>
            <pc:docMk/>
            <pc:sldMk cId="668129625" sldId="339"/>
            <ac:picMk id="6" creationId="{73584483-14A8-0057-2D9F-B7D692880A8A}"/>
          </ac:picMkLst>
        </pc:picChg>
        <pc:picChg chg="add del mod">
          <ac:chgData name="Yunsik Kim" userId="37ce25964438db19" providerId="LiveId" clId="{BAA54C86-8622-5CAA-B237-43B559026148}" dt="2026-02-24T16:44:13.897" v="11702" actId="478"/>
          <ac:picMkLst>
            <pc:docMk/>
            <pc:sldMk cId="668129625" sldId="339"/>
            <ac:picMk id="7" creationId="{733C04E0-6FA9-2063-8AF0-540FB66D767E}"/>
          </ac:picMkLst>
        </pc:picChg>
        <pc:picChg chg="add del mod">
          <ac:chgData name="Yunsik Kim" userId="37ce25964438db19" providerId="LiveId" clId="{BAA54C86-8622-5CAA-B237-43B559026148}" dt="2026-02-25T02:37:49.683" v="15334" actId="478"/>
          <ac:picMkLst>
            <pc:docMk/>
            <pc:sldMk cId="668129625" sldId="339"/>
            <ac:picMk id="13" creationId="{BA994CCE-64DC-3425-F6AC-A3E6F34371AC}"/>
          </ac:picMkLst>
        </pc:picChg>
        <pc:picChg chg="add del mod">
          <ac:chgData name="Yunsik Kim" userId="37ce25964438db19" providerId="LiveId" clId="{BAA54C86-8622-5CAA-B237-43B559026148}" dt="2026-02-24T16:52:36.925" v="11726" actId="478"/>
          <ac:picMkLst>
            <pc:docMk/>
            <pc:sldMk cId="668129625" sldId="339"/>
            <ac:picMk id="13" creationId="{D7E8871B-D9E3-33E3-B0AC-8BF05B9E6D28}"/>
          </ac:picMkLst>
        </pc:picChg>
        <pc:picChg chg="add del mod">
          <ac:chgData name="Yunsik Kim" userId="37ce25964438db19" providerId="LiveId" clId="{BAA54C86-8622-5CAA-B237-43B559026148}" dt="2026-02-25T02:16:57.075" v="14906" actId="478"/>
          <ac:picMkLst>
            <pc:docMk/>
            <pc:sldMk cId="668129625" sldId="339"/>
            <ac:picMk id="15" creationId="{5D061C98-F4D4-1E3D-5A0C-7853E00078C0}"/>
          </ac:picMkLst>
        </pc:picChg>
        <pc:picChg chg="add mod">
          <ac:chgData name="Yunsik Kim" userId="37ce25964438db19" providerId="LiveId" clId="{BAA54C86-8622-5CAA-B237-43B559026148}" dt="2026-02-25T02:57:04.320" v="16448" actId="1035"/>
          <ac:picMkLst>
            <pc:docMk/>
            <pc:sldMk cId="668129625" sldId="339"/>
            <ac:picMk id="16" creationId="{42850D75-D833-24BF-7DE4-F72C1C6BACEA}"/>
          </ac:picMkLst>
        </pc:picChg>
        <pc:picChg chg="add del mod">
          <ac:chgData name="Yunsik Kim" userId="37ce25964438db19" providerId="LiveId" clId="{BAA54C86-8622-5CAA-B237-43B559026148}" dt="2026-02-24T16:52:37.949" v="11727" actId="478"/>
          <ac:picMkLst>
            <pc:docMk/>
            <pc:sldMk cId="668129625" sldId="339"/>
            <ac:picMk id="16" creationId="{CE4BE358-D78C-9D17-C899-A3F12A13C43B}"/>
          </ac:picMkLst>
        </pc:picChg>
        <pc:picChg chg="add del mod">
          <ac:chgData name="Yunsik Kim" userId="37ce25964438db19" providerId="LiveId" clId="{BAA54C86-8622-5CAA-B237-43B559026148}" dt="2026-02-24T16:52:41.329" v="11730" actId="478"/>
          <ac:picMkLst>
            <pc:docMk/>
            <pc:sldMk cId="668129625" sldId="339"/>
            <ac:picMk id="17" creationId="{2B06AC07-3221-7ACA-3828-B121D3176446}"/>
          </ac:picMkLst>
        </pc:picChg>
        <pc:picChg chg="add mod">
          <ac:chgData name="Yunsik Kim" userId="37ce25964438db19" providerId="LiveId" clId="{BAA54C86-8622-5CAA-B237-43B559026148}" dt="2026-02-25T02:53:31.934" v="16286" actId="1037"/>
          <ac:picMkLst>
            <pc:docMk/>
            <pc:sldMk cId="668129625" sldId="339"/>
            <ac:picMk id="18" creationId="{4D1332EE-CA0C-06CA-FBCB-814F377C4062}"/>
          </ac:picMkLst>
        </pc:picChg>
        <pc:picChg chg="add del mod">
          <ac:chgData name="Yunsik Kim" userId="37ce25964438db19" providerId="LiveId" clId="{BAA54C86-8622-5CAA-B237-43B559026148}" dt="2026-02-24T16:52:40.373" v="11728" actId="478"/>
          <ac:picMkLst>
            <pc:docMk/>
            <pc:sldMk cId="668129625" sldId="339"/>
            <ac:picMk id="18" creationId="{75B24F13-ABCC-D938-4A8E-66E3AE60DB24}"/>
          </ac:picMkLst>
        </pc:picChg>
        <pc:picChg chg="add mod">
          <ac:chgData name="Yunsik Kim" userId="37ce25964438db19" providerId="LiveId" clId="{BAA54C86-8622-5CAA-B237-43B559026148}" dt="2026-02-25T02:53:31.934" v="16286" actId="1037"/>
          <ac:picMkLst>
            <pc:docMk/>
            <pc:sldMk cId="668129625" sldId="339"/>
            <ac:picMk id="24" creationId="{DBC47C3A-8C8B-E628-C4CE-5FCC60B04973}"/>
          </ac:picMkLst>
        </pc:picChg>
        <pc:picChg chg="add del mod">
          <ac:chgData name="Yunsik Kim" userId="37ce25964438db19" providerId="LiveId" clId="{BAA54C86-8622-5CAA-B237-43B559026148}" dt="2026-02-24T16:22:14.364" v="11132" actId="478"/>
          <ac:picMkLst>
            <pc:docMk/>
            <pc:sldMk cId="668129625" sldId="339"/>
            <ac:picMk id="25" creationId="{63B74D69-2C09-AF41-4D1A-8FC795359E18}"/>
          </ac:picMkLst>
        </pc:picChg>
        <pc:picChg chg="add del mod">
          <ac:chgData name="Yunsik Kim" userId="37ce25964438db19" providerId="LiveId" clId="{BAA54C86-8622-5CAA-B237-43B559026148}" dt="2026-02-24T16:24:32.503" v="11300" actId="21"/>
          <ac:picMkLst>
            <pc:docMk/>
            <pc:sldMk cId="668129625" sldId="339"/>
            <ac:picMk id="26" creationId="{721DA5EC-B21E-601F-A5B9-FFFA0A4AE003}"/>
          </ac:picMkLst>
        </pc:picChg>
        <pc:picChg chg="add mod">
          <ac:chgData name="Yunsik Kim" userId="37ce25964438db19" providerId="LiveId" clId="{BAA54C86-8622-5CAA-B237-43B559026148}" dt="2026-02-25T02:53:31.934" v="16286" actId="1037"/>
          <ac:picMkLst>
            <pc:docMk/>
            <pc:sldMk cId="668129625" sldId="339"/>
            <ac:picMk id="26" creationId="{8FA7404F-79E0-4474-FB95-F939C7BF8C56}"/>
          </ac:picMkLst>
        </pc:picChg>
        <pc:picChg chg="add del mod">
          <ac:chgData name="Yunsik Kim" userId="37ce25964438db19" providerId="LiveId" clId="{BAA54C86-8622-5CAA-B237-43B559026148}" dt="2026-02-24T16:52:40.887" v="11729" actId="478"/>
          <ac:picMkLst>
            <pc:docMk/>
            <pc:sldMk cId="668129625" sldId="339"/>
            <ac:picMk id="28" creationId="{C371ED9B-ACCE-7DF7-9BFD-A32872CE3C90}"/>
          </ac:picMkLst>
        </pc:picChg>
        <pc:picChg chg="add del mod">
          <ac:chgData name="Yunsik Kim" userId="37ce25964438db19" providerId="LiveId" clId="{BAA54C86-8622-5CAA-B237-43B559026148}" dt="2026-02-25T02:28:25.460" v="15325" actId="478"/>
          <ac:picMkLst>
            <pc:docMk/>
            <pc:sldMk cId="668129625" sldId="339"/>
            <ac:picMk id="30" creationId="{2CDDBCD8-E149-E237-FA7C-5C41E9A58B42}"/>
          </ac:picMkLst>
        </pc:picChg>
        <pc:picChg chg="add del mod">
          <ac:chgData name="Yunsik Kim" userId="37ce25964438db19" providerId="LiveId" clId="{BAA54C86-8622-5CAA-B237-43B559026148}" dt="2026-02-25T02:28:18.415" v="15322" actId="478"/>
          <ac:picMkLst>
            <pc:docMk/>
            <pc:sldMk cId="668129625" sldId="339"/>
            <ac:picMk id="32" creationId="{A097A351-C20E-1E01-2335-6101EB1DE899}"/>
          </ac:picMkLst>
        </pc:picChg>
        <pc:picChg chg="add del mod">
          <ac:chgData name="Yunsik Kim" userId="37ce25964438db19" providerId="LiveId" clId="{BAA54C86-8622-5CAA-B237-43B559026148}" dt="2026-02-25T02:28:19.101" v="15323" actId="478"/>
          <ac:picMkLst>
            <pc:docMk/>
            <pc:sldMk cId="668129625" sldId="339"/>
            <ac:picMk id="34" creationId="{7228C219-84DF-8E5A-C9AB-8A1E49FE72E2}"/>
          </ac:picMkLst>
        </pc:picChg>
        <pc:picChg chg="add del mod">
          <ac:chgData name="Yunsik Kim" userId="37ce25964438db19" providerId="LiveId" clId="{BAA54C86-8622-5CAA-B237-43B559026148}" dt="2026-02-25T02:28:19.435" v="15324" actId="478"/>
          <ac:picMkLst>
            <pc:docMk/>
            <pc:sldMk cId="668129625" sldId="339"/>
            <ac:picMk id="36" creationId="{B1D05F00-3CCD-1A61-B0F5-3404DF271770}"/>
          </ac:picMkLst>
        </pc:picChg>
        <pc:picChg chg="add del mod">
          <ac:chgData name="Yunsik Kim" userId="37ce25964438db19" providerId="LiveId" clId="{BAA54C86-8622-5CAA-B237-43B559026148}" dt="2026-02-24T16:24:38.989" v="11304" actId="478"/>
          <ac:picMkLst>
            <pc:docMk/>
            <pc:sldMk cId="668129625" sldId="339"/>
            <ac:picMk id="38" creationId="{7C0664CB-A22D-9531-5890-92C9A611FCB6}"/>
          </ac:picMkLst>
        </pc:picChg>
        <pc:picChg chg="add del mod">
          <ac:chgData name="Yunsik Kim" userId="37ce25964438db19" providerId="LiveId" clId="{BAA54C86-8622-5CAA-B237-43B559026148}" dt="2026-02-24T16:34:02.125" v="11331" actId="478"/>
          <ac:picMkLst>
            <pc:docMk/>
            <pc:sldMk cId="668129625" sldId="339"/>
            <ac:picMk id="39" creationId="{057A5374-C167-39A7-C982-E84057150131}"/>
          </ac:picMkLst>
        </pc:picChg>
        <pc:picChg chg="add del mod">
          <ac:chgData name="Yunsik Kim" userId="37ce25964438db19" providerId="LiveId" clId="{BAA54C86-8622-5CAA-B237-43B559026148}" dt="2026-02-24T16:34:01.174" v="11329" actId="478"/>
          <ac:picMkLst>
            <pc:docMk/>
            <pc:sldMk cId="668129625" sldId="339"/>
            <ac:picMk id="40" creationId="{C406AB9A-F431-0417-9ADB-28E9DB2B699D}"/>
          </ac:picMkLst>
        </pc:picChg>
        <pc:picChg chg="add del mod">
          <ac:chgData name="Yunsik Kim" userId="37ce25964438db19" providerId="LiveId" clId="{BAA54C86-8622-5CAA-B237-43B559026148}" dt="2026-02-24T16:34:01.670" v="11330" actId="478"/>
          <ac:picMkLst>
            <pc:docMk/>
            <pc:sldMk cId="668129625" sldId="339"/>
            <ac:picMk id="41" creationId="{51CA6C9A-BA1E-0181-1A40-276BE62C8829}"/>
          </ac:picMkLst>
        </pc:picChg>
        <pc:picChg chg="add del mod">
          <ac:chgData name="Yunsik Kim" userId="37ce25964438db19" providerId="LiveId" clId="{BAA54C86-8622-5CAA-B237-43B559026148}" dt="2026-02-25T02:23:57.776" v="15274" actId="478"/>
          <ac:picMkLst>
            <pc:docMk/>
            <pc:sldMk cId="668129625" sldId="339"/>
            <ac:picMk id="42" creationId="{C2235DF4-A248-04CC-B83E-554BFEFA8915}"/>
          </ac:picMkLst>
        </pc:picChg>
        <pc:picChg chg="add mod">
          <ac:chgData name="Yunsik Kim" userId="37ce25964438db19" providerId="LiveId" clId="{BAA54C86-8622-5CAA-B237-43B559026148}" dt="2026-02-25T02:59:51.622" v="16475" actId="14100"/>
          <ac:picMkLst>
            <pc:docMk/>
            <pc:sldMk cId="668129625" sldId="339"/>
            <ac:picMk id="73" creationId="{5651C8EB-C6CF-19CF-CCFE-38918CF16C0B}"/>
          </ac:picMkLst>
        </pc:picChg>
        <pc:picChg chg="add mod">
          <ac:chgData name="Yunsik Kim" userId="37ce25964438db19" providerId="LiveId" clId="{BAA54C86-8622-5CAA-B237-43B559026148}" dt="2026-02-25T03:03:23.083" v="16511" actId="1035"/>
          <ac:picMkLst>
            <pc:docMk/>
            <pc:sldMk cId="668129625" sldId="339"/>
            <ac:picMk id="77" creationId="{144AC11B-00EA-3A38-8C66-D8A1A761D428}"/>
          </ac:picMkLst>
        </pc:picChg>
        <pc:picChg chg="add del mod">
          <ac:chgData name="Yunsik Kim" userId="37ce25964438db19" providerId="LiveId" clId="{BAA54C86-8622-5CAA-B237-43B559026148}" dt="2026-02-25T03:02:40.375" v="16485" actId="478"/>
          <ac:picMkLst>
            <pc:docMk/>
            <pc:sldMk cId="668129625" sldId="339"/>
            <ac:picMk id="6146" creationId="{B06238B6-FEA4-1CB0-5D48-53254440AF91}"/>
          </ac:picMkLst>
        </pc:picChg>
      </pc:sldChg>
      <pc:sldChg chg="addSp modSp add del mod">
        <pc:chgData name="Yunsik Kim" userId="37ce25964438db19" providerId="LiveId" clId="{BAA54C86-8622-5CAA-B237-43B559026148}" dt="2026-02-25T01:33:09.638" v="13909" actId="2696"/>
        <pc:sldMkLst>
          <pc:docMk/>
          <pc:sldMk cId="2567510074" sldId="340"/>
        </pc:sldMkLst>
        <pc:picChg chg="add mod">
          <ac:chgData name="Yunsik Kim" userId="37ce25964438db19" providerId="LiveId" clId="{BAA54C86-8622-5CAA-B237-43B559026148}" dt="2026-02-24T16:24:35.324" v="11302" actId="1076"/>
          <ac:picMkLst>
            <pc:docMk/>
            <pc:sldMk cId="2567510074" sldId="340"/>
            <ac:picMk id="2" creationId="{0D37E6C2-3DD2-7858-EC59-E6D0259E6101}"/>
          </ac:picMkLst>
        </pc:picChg>
      </pc:sldChg>
      <pc:sldChg chg="addSp delSp modSp new del mod">
        <pc:chgData name="Yunsik Kim" userId="37ce25964438db19" providerId="LiveId" clId="{BAA54C86-8622-5CAA-B237-43B559026148}" dt="2026-02-25T02:20:00.312" v="14955" actId="2696"/>
        <pc:sldMkLst>
          <pc:docMk/>
          <pc:sldMk cId="535407659" sldId="341"/>
        </pc:sldMkLst>
        <pc:spChg chg="del">
          <ac:chgData name="Yunsik Kim" userId="37ce25964438db19" providerId="LiveId" clId="{BAA54C86-8622-5CAA-B237-43B559026148}" dt="2026-02-25T00:42:46.751" v="12660" actId="478"/>
          <ac:spMkLst>
            <pc:docMk/>
            <pc:sldMk cId="535407659" sldId="341"/>
            <ac:spMk id="2" creationId="{6BB4456D-E3BF-3D05-C96F-80541B8F2DF5}"/>
          </ac:spMkLst>
        </pc:spChg>
        <pc:spChg chg="del">
          <ac:chgData name="Yunsik Kim" userId="37ce25964438db19" providerId="LiveId" clId="{BAA54C86-8622-5CAA-B237-43B559026148}" dt="2026-02-25T00:42:46.751" v="12660" actId="478"/>
          <ac:spMkLst>
            <pc:docMk/>
            <pc:sldMk cId="535407659" sldId="341"/>
            <ac:spMk id="3" creationId="{A9E8D93C-8760-E7DA-45D6-4BAEDD5E4A36}"/>
          </ac:spMkLst>
        </pc:spChg>
        <pc:spChg chg="del">
          <ac:chgData name="Yunsik Kim" userId="37ce25964438db19" providerId="LiveId" clId="{BAA54C86-8622-5CAA-B237-43B559026148}" dt="2026-02-25T00:42:46.751" v="12660" actId="478"/>
          <ac:spMkLst>
            <pc:docMk/>
            <pc:sldMk cId="535407659" sldId="341"/>
            <ac:spMk id="4" creationId="{B58DC557-0CAE-2F15-27C4-E44EB1FD3373}"/>
          </ac:spMkLst>
        </pc:spChg>
        <pc:picChg chg="add mod">
          <ac:chgData name="Yunsik Kim" userId="37ce25964438db19" providerId="LiveId" clId="{BAA54C86-8622-5CAA-B237-43B559026148}" dt="2026-02-25T00:42:48.841" v="12662"/>
          <ac:picMkLst>
            <pc:docMk/>
            <pc:sldMk cId="535407659" sldId="341"/>
            <ac:picMk id="5" creationId="{B43F9C22-0F97-D347-2876-F94B13B601CB}"/>
          </ac:picMkLst>
        </pc:picChg>
        <pc:picChg chg="add mod">
          <ac:chgData name="Yunsik Kim" userId="37ce25964438db19" providerId="LiveId" clId="{BAA54C86-8622-5CAA-B237-43B559026148}" dt="2026-02-25T00:42:55.370" v="12663"/>
          <ac:picMkLst>
            <pc:docMk/>
            <pc:sldMk cId="535407659" sldId="341"/>
            <ac:picMk id="6" creationId="{8A74F38F-1945-BA28-6BF2-3E2FFC0EEAE4}"/>
          </ac:picMkLst>
        </pc:picChg>
      </pc:sldChg>
      <pc:sldChg chg="addSp delSp modSp add mod modAnim modNotesTx">
        <pc:chgData name="Yunsik Kim" userId="37ce25964438db19" providerId="LiveId" clId="{BAA54C86-8622-5CAA-B237-43B559026148}" dt="2026-02-25T04:02:39.508" v="25040" actId="20577"/>
        <pc:sldMkLst>
          <pc:docMk/>
          <pc:sldMk cId="1315981151" sldId="342"/>
        </pc:sldMkLst>
        <pc:spChg chg="mod">
          <ac:chgData name="Yunsik Kim" userId="37ce25964438db19" providerId="LiveId" clId="{BAA54C86-8622-5CAA-B237-43B559026148}" dt="2026-02-25T00:50:10.824" v="13101" actId="20577"/>
          <ac:spMkLst>
            <pc:docMk/>
            <pc:sldMk cId="1315981151" sldId="342"/>
            <ac:spMk id="4" creationId="{CD616C38-7FA1-39AA-D5AB-9D20D117C16A}"/>
          </ac:spMkLst>
        </pc:spChg>
        <pc:spChg chg="add mod">
          <ac:chgData name="Yunsik Kim" userId="37ce25964438db19" providerId="LiveId" clId="{BAA54C86-8622-5CAA-B237-43B559026148}" dt="2026-02-25T01:29:32.435" v="13901" actId="20577"/>
          <ac:spMkLst>
            <pc:docMk/>
            <pc:sldMk cId="1315981151" sldId="342"/>
            <ac:spMk id="9" creationId="{40E5D3BF-76C5-3B69-0019-EB75AA9C4018}"/>
          </ac:spMkLst>
        </pc:spChg>
        <pc:spChg chg="add mod">
          <ac:chgData name="Yunsik Kim" userId="37ce25964438db19" providerId="LiveId" clId="{BAA54C86-8622-5CAA-B237-43B559026148}" dt="2026-02-25T03:41:11.628" v="21447" actId="20577"/>
          <ac:spMkLst>
            <pc:docMk/>
            <pc:sldMk cId="1315981151" sldId="342"/>
            <ac:spMk id="12" creationId="{75FCCFBA-0261-5CBA-CE3F-4ECA90CA31C7}"/>
          </ac:spMkLst>
        </pc:spChg>
        <pc:spChg chg="add mod">
          <ac:chgData name="Yunsik Kim" userId="37ce25964438db19" providerId="LiveId" clId="{BAA54C86-8622-5CAA-B237-43B559026148}" dt="2026-02-25T03:07:04.909" v="16636" actId="404"/>
          <ac:spMkLst>
            <pc:docMk/>
            <pc:sldMk cId="1315981151" sldId="342"/>
            <ac:spMk id="13" creationId="{515396FE-4154-A4BC-7C7D-374DDA07F127}"/>
          </ac:spMkLst>
        </pc:spChg>
        <pc:spChg chg="add mod">
          <ac:chgData name="Yunsik Kim" userId="37ce25964438db19" providerId="LiveId" clId="{BAA54C86-8622-5CAA-B237-43B559026148}" dt="2026-02-25T03:06:38.184" v="16601" actId="207"/>
          <ac:spMkLst>
            <pc:docMk/>
            <pc:sldMk cId="1315981151" sldId="342"/>
            <ac:spMk id="14" creationId="{06929892-0589-F3FF-4142-2EBACDD74C94}"/>
          </ac:spMkLst>
        </pc:spChg>
        <pc:spChg chg="add mod">
          <ac:chgData name="Yunsik Kim" userId="37ce25964438db19" providerId="LiveId" clId="{BAA54C86-8622-5CAA-B237-43B559026148}" dt="2026-02-25T03:07:18.631" v="16642" actId="1076"/>
          <ac:spMkLst>
            <pc:docMk/>
            <pc:sldMk cId="1315981151" sldId="342"/>
            <ac:spMk id="15" creationId="{619D2B2D-25E5-6080-A707-41155E12E5BE}"/>
          </ac:spMkLst>
        </pc:spChg>
        <pc:spChg chg="add mod">
          <ac:chgData name="Yunsik Kim" userId="37ce25964438db19" providerId="LiveId" clId="{BAA54C86-8622-5CAA-B237-43B559026148}" dt="2026-02-25T03:39:45.660" v="21109" actId="20577"/>
          <ac:spMkLst>
            <pc:docMk/>
            <pc:sldMk cId="1315981151" sldId="342"/>
            <ac:spMk id="16" creationId="{CA32A977-2468-88BE-D4D7-A7FDF1CEE631}"/>
          </ac:spMkLst>
        </pc:spChg>
        <pc:graphicFrameChg chg="add mod modGraphic">
          <ac:chgData name="Yunsik Kim" userId="37ce25964438db19" providerId="LiveId" clId="{BAA54C86-8622-5CAA-B237-43B559026148}" dt="2026-02-25T01:29:39.407" v="13902" actId="1076"/>
          <ac:graphicFrameMkLst>
            <pc:docMk/>
            <pc:sldMk cId="1315981151" sldId="342"/>
            <ac:graphicFrameMk id="6" creationId="{0E0E8C18-CD35-9FCA-A6E0-7DD0A993B769}"/>
          </ac:graphicFrameMkLst>
        </pc:graphicFrameChg>
        <pc:picChg chg="add del mod">
          <ac:chgData name="Yunsik Kim" userId="37ce25964438db19" providerId="LiveId" clId="{BAA54C86-8622-5CAA-B237-43B559026148}" dt="2026-02-25T01:30:38.868" v="13904" actId="478"/>
          <ac:picMkLst>
            <pc:docMk/>
            <pc:sldMk cId="1315981151" sldId="342"/>
            <ac:picMk id="7" creationId="{D3A63116-2B22-C043-C8C1-522BFF010CB8}"/>
          </ac:picMkLst>
        </pc:picChg>
        <pc:picChg chg="add del mod">
          <ac:chgData name="Yunsik Kim" userId="37ce25964438db19" providerId="LiveId" clId="{BAA54C86-8622-5CAA-B237-43B559026148}" dt="2026-02-25T01:30:39.423" v="13905" actId="478"/>
          <ac:picMkLst>
            <pc:docMk/>
            <pc:sldMk cId="1315981151" sldId="342"/>
            <ac:picMk id="8" creationId="{A1DAAC5C-526C-B0AC-D075-5C3C0E40BEA0}"/>
          </ac:picMkLst>
        </pc:picChg>
        <pc:picChg chg="add del mod">
          <ac:chgData name="Yunsik Kim" userId="37ce25964438db19" providerId="LiveId" clId="{BAA54C86-8622-5CAA-B237-43B559026148}" dt="2026-02-25T03:07:14.146" v="16640" actId="1076"/>
          <ac:picMkLst>
            <pc:docMk/>
            <pc:sldMk cId="1315981151" sldId="342"/>
            <ac:picMk id="10" creationId="{61F280EC-9C07-383A-F336-AC6B46FAC4FD}"/>
          </ac:picMkLst>
        </pc:picChg>
        <pc:picChg chg="add del mod">
          <ac:chgData name="Yunsik Kim" userId="37ce25964438db19" providerId="LiveId" clId="{BAA54C86-8622-5CAA-B237-43B559026148}" dt="2026-02-25T03:05:38.930" v="16526" actId="2085"/>
          <ac:picMkLst>
            <pc:docMk/>
            <pc:sldMk cId="1315981151" sldId="342"/>
            <ac:picMk id="11" creationId="{6EC86260-E718-DEB8-32F2-56EE77D5CDBE}"/>
          </ac:picMkLst>
        </pc:picChg>
        <pc:picChg chg="add del mod">
          <ac:chgData name="Yunsik Kim" userId="37ce25964438db19" providerId="LiveId" clId="{BAA54C86-8622-5CAA-B237-43B559026148}" dt="2026-02-25T01:30:38.498" v="13903" actId="478"/>
          <ac:picMkLst>
            <pc:docMk/>
            <pc:sldMk cId="1315981151" sldId="342"/>
            <ac:picMk id="4098" creationId="{40E222A8-0B48-C0F6-661E-3172E55AD2A4}"/>
          </ac:picMkLst>
        </pc:picChg>
        <pc:picChg chg="add del mod">
          <ac:chgData name="Yunsik Kim" userId="37ce25964438db19" providerId="LiveId" clId="{BAA54C86-8622-5CAA-B237-43B559026148}" dt="2026-02-25T01:27:24.336" v="13863" actId="478"/>
          <ac:picMkLst>
            <pc:docMk/>
            <pc:sldMk cId="1315981151" sldId="342"/>
            <ac:picMk id="4100" creationId="{0FDCC17B-F3F0-B30E-BE05-3611BC3EB626}"/>
          </ac:picMkLst>
        </pc:picChg>
      </pc:sldChg>
      <pc:sldChg chg="addSp delSp modSp add mod modNotesTx">
        <pc:chgData name="Yunsik Kim" userId="37ce25964438db19" providerId="LiveId" clId="{BAA54C86-8622-5CAA-B237-43B559026148}" dt="2026-02-25T04:24:43.166" v="26974" actId="1076"/>
        <pc:sldMkLst>
          <pc:docMk/>
          <pc:sldMk cId="29508716" sldId="343"/>
        </pc:sldMkLst>
        <pc:spChg chg="del mod">
          <ac:chgData name="Yunsik Kim" userId="37ce25964438db19" providerId="LiveId" clId="{BAA54C86-8622-5CAA-B237-43B559026148}" dt="2026-02-25T01:37:34.335" v="13929" actId="478"/>
          <ac:spMkLst>
            <pc:docMk/>
            <pc:sldMk cId="29508716" sldId="343"/>
            <ac:spMk id="2" creationId="{FA18C200-FA80-AC02-B72F-21E3954423BA}"/>
          </ac:spMkLst>
        </pc:spChg>
        <pc:spChg chg="mod">
          <ac:chgData name="Yunsik Kim" userId="37ce25964438db19" providerId="LiveId" clId="{BAA54C86-8622-5CAA-B237-43B559026148}" dt="2026-02-25T01:37:27.838" v="13924" actId="20577"/>
          <ac:spMkLst>
            <pc:docMk/>
            <pc:sldMk cId="29508716" sldId="343"/>
            <ac:spMk id="4" creationId="{63F5D750-1BE9-95BF-2F82-4400908B7F32}"/>
          </ac:spMkLst>
        </pc:spChg>
        <pc:spChg chg="del">
          <ac:chgData name="Yunsik Kim" userId="37ce25964438db19" providerId="LiveId" clId="{BAA54C86-8622-5CAA-B237-43B559026148}" dt="2026-02-25T01:37:32.798" v="13927" actId="478"/>
          <ac:spMkLst>
            <pc:docMk/>
            <pc:sldMk cId="29508716" sldId="343"/>
            <ac:spMk id="5" creationId="{1B96B6E6-2C28-A50F-DF37-3D1325BA05D2}"/>
          </ac:spMkLst>
        </pc:spChg>
        <pc:spChg chg="add mod">
          <ac:chgData name="Yunsik Kim" userId="37ce25964438db19" providerId="LiveId" clId="{BAA54C86-8622-5CAA-B237-43B559026148}" dt="2026-02-25T04:24:43.166" v="26974" actId="1076"/>
          <ac:spMkLst>
            <pc:docMk/>
            <pc:sldMk cId="29508716" sldId="343"/>
            <ac:spMk id="7" creationId="{6B90E241-DD29-5486-C311-26A47F64E21D}"/>
          </ac:spMkLst>
        </pc:spChg>
        <pc:spChg chg="add mod">
          <ac:chgData name="Yunsik Kim" userId="37ce25964438db19" providerId="LiveId" clId="{BAA54C86-8622-5CAA-B237-43B559026148}" dt="2026-02-25T01:56:29.065" v="14645" actId="1036"/>
          <ac:spMkLst>
            <pc:docMk/>
            <pc:sldMk cId="29508716" sldId="343"/>
            <ac:spMk id="8" creationId="{3C48CD71-E752-10E6-F1A3-1E3321B94478}"/>
          </ac:spMkLst>
        </pc:spChg>
        <pc:spChg chg="del">
          <ac:chgData name="Yunsik Kim" userId="37ce25964438db19" providerId="LiveId" clId="{BAA54C86-8622-5CAA-B237-43B559026148}" dt="2026-02-25T01:37:31.110" v="13926" actId="478"/>
          <ac:spMkLst>
            <pc:docMk/>
            <pc:sldMk cId="29508716" sldId="343"/>
            <ac:spMk id="9" creationId="{E2E6A3BF-CE8D-3573-402D-2889EB350D1B}"/>
          </ac:spMkLst>
        </pc:spChg>
        <pc:spChg chg="add del mod">
          <ac:chgData name="Yunsik Kim" userId="37ce25964438db19" providerId="LiveId" clId="{BAA54C86-8622-5CAA-B237-43B559026148}" dt="2026-02-25T01:41:43.357" v="14117" actId="478"/>
          <ac:spMkLst>
            <pc:docMk/>
            <pc:sldMk cId="29508716" sldId="343"/>
            <ac:spMk id="10" creationId="{752226C6-D128-7D57-087C-2E853025B5EE}"/>
          </ac:spMkLst>
        </pc:spChg>
        <pc:spChg chg="add mod">
          <ac:chgData name="Yunsik Kim" userId="37ce25964438db19" providerId="LiveId" clId="{BAA54C86-8622-5CAA-B237-43B559026148}" dt="2026-02-25T01:56:29.065" v="14645" actId="1036"/>
          <ac:spMkLst>
            <pc:docMk/>
            <pc:sldMk cId="29508716" sldId="343"/>
            <ac:spMk id="11" creationId="{347F6231-A0A5-38F7-A084-DAD5BBFD538D}"/>
          </ac:spMkLst>
        </pc:spChg>
        <pc:spChg chg="add mod">
          <ac:chgData name="Yunsik Kim" userId="37ce25964438db19" providerId="LiveId" clId="{BAA54C86-8622-5CAA-B237-43B559026148}" dt="2026-02-25T01:56:29.065" v="14645" actId="1036"/>
          <ac:spMkLst>
            <pc:docMk/>
            <pc:sldMk cId="29508716" sldId="343"/>
            <ac:spMk id="12" creationId="{930C6C75-EB1B-D9B1-C62C-0D7071D69A28}"/>
          </ac:spMkLst>
        </pc:spChg>
        <pc:spChg chg="add mod">
          <ac:chgData name="Yunsik Kim" userId="37ce25964438db19" providerId="LiveId" clId="{BAA54C86-8622-5CAA-B237-43B559026148}" dt="2026-02-25T01:56:29.065" v="14645" actId="1036"/>
          <ac:spMkLst>
            <pc:docMk/>
            <pc:sldMk cId="29508716" sldId="343"/>
            <ac:spMk id="13" creationId="{6694DB31-CC22-39AA-1CE0-8832A7CFBDA1}"/>
          </ac:spMkLst>
        </pc:spChg>
        <pc:spChg chg="add del mod">
          <ac:chgData name="Yunsik Kim" userId="37ce25964438db19" providerId="LiveId" clId="{BAA54C86-8622-5CAA-B237-43B559026148}" dt="2026-02-25T01:52:52.456" v="14411" actId="478"/>
          <ac:spMkLst>
            <pc:docMk/>
            <pc:sldMk cId="29508716" sldId="343"/>
            <ac:spMk id="21" creationId="{D9652FD9-DEA9-1203-14BE-3D638FB8F49E}"/>
          </ac:spMkLst>
        </pc:spChg>
        <pc:spChg chg="add mod">
          <ac:chgData name="Yunsik Kim" userId="37ce25964438db19" providerId="LiveId" clId="{BAA54C86-8622-5CAA-B237-43B559026148}" dt="2026-02-25T01:56:29.065" v="14645" actId="1036"/>
          <ac:spMkLst>
            <pc:docMk/>
            <pc:sldMk cId="29508716" sldId="343"/>
            <ac:spMk id="23" creationId="{19E6864B-D1C7-CA8C-2D48-AE42CAC86319}"/>
          </ac:spMkLst>
        </pc:spChg>
        <pc:spChg chg="add del mod">
          <ac:chgData name="Yunsik Kim" userId="37ce25964438db19" providerId="LiveId" clId="{BAA54C86-8622-5CAA-B237-43B559026148}" dt="2026-02-25T01:52:48.340" v="14409" actId="478"/>
          <ac:spMkLst>
            <pc:docMk/>
            <pc:sldMk cId="29508716" sldId="343"/>
            <ac:spMk id="36" creationId="{2F6C2998-2448-3BDE-9005-11502CD84C31}"/>
          </ac:spMkLst>
        </pc:spChg>
        <pc:spChg chg="add mod">
          <ac:chgData name="Yunsik Kim" userId="37ce25964438db19" providerId="LiveId" clId="{BAA54C86-8622-5CAA-B237-43B559026148}" dt="2026-02-25T01:56:35.184" v="14646" actId="1076"/>
          <ac:spMkLst>
            <pc:docMk/>
            <pc:sldMk cId="29508716" sldId="343"/>
            <ac:spMk id="45" creationId="{DA66B1A2-837E-EF4A-E841-D0A2B0ECD3F4}"/>
          </ac:spMkLst>
        </pc:spChg>
        <pc:spChg chg="add del mod">
          <ac:chgData name="Yunsik Kim" userId="37ce25964438db19" providerId="LiveId" clId="{BAA54C86-8622-5CAA-B237-43B559026148}" dt="2026-02-25T01:53:50.868" v="14438" actId="478"/>
          <ac:spMkLst>
            <pc:docMk/>
            <pc:sldMk cId="29508716" sldId="343"/>
            <ac:spMk id="50" creationId="{C23EC289-0086-15D7-0426-BA042393751E}"/>
          </ac:spMkLst>
        </pc:spChg>
        <pc:spChg chg="add mod">
          <ac:chgData name="Yunsik Kim" userId="37ce25964438db19" providerId="LiveId" clId="{BAA54C86-8622-5CAA-B237-43B559026148}" dt="2026-02-25T01:56:35.184" v="14646" actId="1076"/>
          <ac:spMkLst>
            <pc:docMk/>
            <pc:sldMk cId="29508716" sldId="343"/>
            <ac:spMk id="51" creationId="{FB15F10B-D54F-A147-2BE4-A7ED02B1E0D5}"/>
          </ac:spMkLst>
        </pc:spChg>
        <pc:spChg chg="add mod">
          <ac:chgData name="Yunsik Kim" userId="37ce25964438db19" providerId="LiveId" clId="{BAA54C86-8622-5CAA-B237-43B559026148}" dt="2026-02-25T02:00:24.596" v="14774" actId="122"/>
          <ac:spMkLst>
            <pc:docMk/>
            <pc:sldMk cId="29508716" sldId="343"/>
            <ac:spMk id="54" creationId="{C56D6579-BEA6-9959-DC20-973DE1CA3873}"/>
          </ac:spMkLst>
        </pc:spChg>
        <pc:spChg chg="add mod">
          <ac:chgData name="Yunsik Kim" userId="37ce25964438db19" providerId="LiveId" clId="{BAA54C86-8622-5CAA-B237-43B559026148}" dt="2026-02-25T02:00:02.933" v="14769" actId="1076"/>
          <ac:spMkLst>
            <pc:docMk/>
            <pc:sldMk cId="29508716" sldId="343"/>
            <ac:spMk id="60" creationId="{F2641473-DA15-F2E5-3182-1EC5C47506D3}"/>
          </ac:spMkLst>
        </pc:spChg>
        <pc:spChg chg="add mod">
          <ac:chgData name="Yunsik Kim" userId="37ce25964438db19" providerId="LiveId" clId="{BAA54C86-8622-5CAA-B237-43B559026148}" dt="2026-02-25T02:00:50.074" v="14841" actId="1076"/>
          <ac:spMkLst>
            <pc:docMk/>
            <pc:sldMk cId="29508716" sldId="343"/>
            <ac:spMk id="71" creationId="{D4ACF6E5-5987-25EA-91FF-A3161DA8494D}"/>
          </ac:spMkLst>
        </pc:spChg>
        <pc:spChg chg="add del mod">
          <ac:chgData name="Yunsik Kim" userId="37ce25964438db19" providerId="LiveId" clId="{BAA54C86-8622-5CAA-B237-43B559026148}" dt="2026-02-25T03:49:56.316" v="23017" actId="478"/>
          <ac:spMkLst>
            <pc:docMk/>
            <pc:sldMk cId="29508716" sldId="343"/>
            <ac:spMk id="72" creationId="{8B96F37D-1882-494E-E44F-FB9AAADB8565}"/>
          </ac:spMkLst>
        </pc:spChg>
        <pc:spChg chg="add mod">
          <ac:chgData name="Yunsik Kim" userId="37ce25964438db19" providerId="LiveId" clId="{BAA54C86-8622-5CAA-B237-43B559026148}" dt="2026-02-25T03:49:58.620" v="23018" actId="1076"/>
          <ac:spMkLst>
            <pc:docMk/>
            <pc:sldMk cId="29508716" sldId="343"/>
            <ac:spMk id="73" creationId="{8F481850-FEAA-925F-613E-4BD3609093C5}"/>
          </ac:spMkLst>
        </pc:spChg>
        <pc:graphicFrameChg chg="del">
          <ac:chgData name="Yunsik Kim" userId="37ce25964438db19" providerId="LiveId" clId="{BAA54C86-8622-5CAA-B237-43B559026148}" dt="2026-02-25T01:37:30.146" v="13925" actId="478"/>
          <ac:graphicFrameMkLst>
            <pc:docMk/>
            <pc:sldMk cId="29508716" sldId="343"/>
            <ac:graphicFrameMk id="6" creationId="{CA48E5CB-E0C3-E99B-A282-4042873B5539}"/>
          </ac:graphicFrameMkLst>
        </pc:graphicFrameChg>
        <pc:graphicFrameChg chg="add mod modGraphic">
          <ac:chgData name="Yunsik Kim" userId="37ce25964438db19" providerId="LiveId" clId="{BAA54C86-8622-5CAA-B237-43B559026148}" dt="2026-02-25T01:52:42.933" v="14406" actId="1076"/>
          <ac:graphicFrameMkLst>
            <pc:docMk/>
            <pc:sldMk cId="29508716" sldId="343"/>
            <ac:graphicFrameMk id="22" creationId="{1FC5EBE4-16B7-E44A-98DA-7C05B79B539E}"/>
          </ac:graphicFrameMkLst>
        </pc:graphicFrameChg>
        <pc:graphicFrameChg chg="add mod">
          <ac:chgData name="Yunsik Kim" userId="37ce25964438db19" providerId="LiveId" clId="{BAA54C86-8622-5CAA-B237-43B559026148}" dt="2026-02-25T01:56:35.184" v="14646" actId="1076"/>
          <ac:graphicFrameMkLst>
            <pc:docMk/>
            <pc:sldMk cId="29508716" sldId="343"/>
            <ac:graphicFrameMk id="49" creationId="{84C89B0D-1911-F01B-821A-03E24406C584}"/>
          </ac:graphicFrameMkLst>
        </pc:graphicFrameChg>
        <pc:graphicFrameChg chg="add mod modGraphic">
          <ac:chgData name="Yunsik Kim" userId="37ce25964438db19" providerId="LiveId" clId="{BAA54C86-8622-5CAA-B237-43B559026148}" dt="2026-02-25T02:00:02.933" v="14769" actId="1076"/>
          <ac:graphicFrameMkLst>
            <pc:docMk/>
            <pc:sldMk cId="29508716" sldId="343"/>
            <ac:graphicFrameMk id="61" creationId="{13ABBBE6-4760-E5A5-1A65-83338C2ED34F}"/>
          </ac:graphicFrameMkLst>
        </pc:graphicFrameChg>
        <pc:picChg chg="add del mod">
          <ac:chgData name="Yunsik Kim" userId="37ce25964438db19" providerId="LiveId" clId="{BAA54C86-8622-5CAA-B237-43B559026148}" dt="2026-02-25T02:01:02.671" v="14842" actId="478"/>
          <ac:picMkLst>
            <pc:docMk/>
            <pc:sldMk cId="29508716" sldId="343"/>
            <ac:picMk id="7" creationId="{D55146BD-33AC-98CE-EA66-BA25972A3FBD}"/>
          </ac:picMkLst>
        </pc:picChg>
        <pc:picChg chg="add mod">
          <ac:chgData name="Yunsik Kim" userId="37ce25964438db19" providerId="LiveId" clId="{BAA54C86-8622-5CAA-B237-43B559026148}" dt="2026-02-25T01:52:42.933" v="14406" actId="1076"/>
          <ac:picMkLst>
            <pc:docMk/>
            <pc:sldMk cId="29508716" sldId="343"/>
            <ac:picMk id="25" creationId="{0C09139E-CD13-D05C-BA4E-C4217034A5AF}"/>
          </ac:picMkLst>
        </pc:picChg>
        <pc:picChg chg="add del mod">
          <ac:chgData name="Yunsik Kim" userId="37ce25964438db19" providerId="LiveId" clId="{BAA54C86-8622-5CAA-B237-43B559026148}" dt="2026-02-25T01:48:13.456" v="14288" actId="478"/>
          <ac:picMkLst>
            <pc:docMk/>
            <pc:sldMk cId="29508716" sldId="343"/>
            <ac:picMk id="27" creationId="{BF6DDBC0-EB1A-4264-B45E-6FA2E38BE5F7}"/>
          </ac:picMkLst>
        </pc:picChg>
        <pc:picChg chg="add mod">
          <ac:chgData name="Yunsik Kim" userId="37ce25964438db19" providerId="LiveId" clId="{BAA54C86-8622-5CAA-B237-43B559026148}" dt="2026-02-25T01:56:29.065" v="14645" actId="1036"/>
          <ac:picMkLst>
            <pc:docMk/>
            <pc:sldMk cId="29508716" sldId="343"/>
            <ac:picMk id="29" creationId="{C3ACD715-C7B6-2A69-8925-5FCFFB494802}"/>
          </ac:picMkLst>
        </pc:picChg>
        <pc:picChg chg="add mod">
          <ac:chgData name="Yunsik Kim" userId="37ce25964438db19" providerId="LiveId" clId="{BAA54C86-8622-5CAA-B237-43B559026148}" dt="2026-02-25T02:00:15.973" v="14773" actId="208"/>
          <ac:picMkLst>
            <pc:docMk/>
            <pc:sldMk cId="29508716" sldId="343"/>
            <ac:picMk id="31" creationId="{C2856AEF-3943-8FC5-A1AC-68A4E188D3AD}"/>
          </ac:picMkLst>
        </pc:picChg>
        <pc:picChg chg="add del mod">
          <ac:chgData name="Yunsik Kim" userId="37ce25964438db19" providerId="LiveId" clId="{BAA54C86-8622-5CAA-B237-43B559026148}" dt="2026-02-25T01:49:30.695" v="14310" actId="478"/>
          <ac:picMkLst>
            <pc:docMk/>
            <pc:sldMk cId="29508716" sldId="343"/>
            <ac:picMk id="33" creationId="{68252B5C-978F-077F-111B-B878F1BC77DC}"/>
          </ac:picMkLst>
        </pc:picChg>
        <pc:picChg chg="add mod">
          <ac:chgData name="Yunsik Kim" userId="37ce25964438db19" providerId="LiveId" clId="{BAA54C86-8622-5CAA-B237-43B559026148}" dt="2026-02-25T01:52:42.933" v="14406" actId="1076"/>
          <ac:picMkLst>
            <pc:docMk/>
            <pc:sldMk cId="29508716" sldId="343"/>
            <ac:picMk id="35" creationId="{F80430E8-BD4E-3396-BC5E-2AE6E8DDE9B7}"/>
          </ac:picMkLst>
        </pc:picChg>
        <pc:cxnChg chg="add mod">
          <ac:chgData name="Yunsik Kim" userId="37ce25964438db19" providerId="LiveId" clId="{BAA54C86-8622-5CAA-B237-43B559026148}" dt="2026-02-25T01:52:42.933" v="14406" actId="1076"/>
          <ac:cxnSpMkLst>
            <pc:docMk/>
            <pc:sldMk cId="29508716" sldId="343"/>
            <ac:cxnSpMk id="15" creationId="{A046E60A-F20C-D84D-77D1-C248D283CDD3}"/>
          </ac:cxnSpMkLst>
        </pc:cxnChg>
        <pc:cxnChg chg="add mod">
          <ac:chgData name="Yunsik Kim" userId="37ce25964438db19" providerId="LiveId" clId="{BAA54C86-8622-5CAA-B237-43B559026148}" dt="2026-02-25T01:52:37.030" v="14405" actId="12788"/>
          <ac:cxnSpMkLst>
            <pc:docMk/>
            <pc:sldMk cId="29508716" sldId="343"/>
            <ac:cxnSpMk id="16" creationId="{5E2F32F1-FDBB-6E60-9E90-A18747A72A3B}"/>
          </ac:cxnSpMkLst>
        </pc:cxnChg>
        <pc:cxnChg chg="add mod">
          <ac:chgData name="Yunsik Kim" userId="37ce25964438db19" providerId="LiveId" clId="{BAA54C86-8622-5CAA-B237-43B559026148}" dt="2026-02-25T01:52:37.030" v="14405" actId="12788"/>
          <ac:cxnSpMkLst>
            <pc:docMk/>
            <pc:sldMk cId="29508716" sldId="343"/>
            <ac:cxnSpMk id="37" creationId="{9BC6F5D9-E88A-2196-7D73-99D559913FD5}"/>
          </ac:cxnSpMkLst>
        </pc:cxnChg>
        <pc:cxnChg chg="add mod">
          <ac:chgData name="Yunsik Kim" userId="37ce25964438db19" providerId="LiveId" clId="{BAA54C86-8622-5CAA-B237-43B559026148}" dt="2026-02-25T01:59:59.025" v="14768" actId="1076"/>
          <ac:cxnSpMkLst>
            <pc:docMk/>
            <pc:sldMk cId="29508716" sldId="343"/>
            <ac:cxnSpMk id="46" creationId="{51F1E412-D015-5F64-E36E-89938C0DB057}"/>
          </ac:cxnSpMkLst>
        </pc:cxnChg>
        <pc:cxnChg chg="add del mod">
          <ac:chgData name="Yunsik Kim" userId="37ce25964438db19" providerId="LiveId" clId="{BAA54C86-8622-5CAA-B237-43B559026148}" dt="2026-02-25T01:56:03.068" v="14611" actId="478"/>
          <ac:cxnSpMkLst>
            <pc:docMk/>
            <pc:sldMk cId="29508716" sldId="343"/>
            <ac:cxnSpMk id="53" creationId="{1F91C613-B22F-110F-63B3-C7265465054B}"/>
          </ac:cxnSpMkLst>
        </pc:cxnChg>
        <pc:cxnChg chg="add mod">
          <ac:chgData name="Yunsik Kim" userId="37ce25964438db19" providerId="LiveId" clId="{BAA54C86-8622-5CAA-B237-43B559026148}" dt="2026-02-25T01:56:37.773" v="14647" actId="14100"/>
          <ac:cxnSpMkLst>
            <pc:docMk/>
            <pc:sldMk cId="29508716" sldId="343"/>
            <ac:cxnSpMk id="55" creationId="{A9BA558A-1678-2C96-D371-9B41CE2965CE}"/>
          </ac:cxnSpMkLst>
        </pc:cxnChg>
        <pc:cxnChg chg="add mod">
          <ac:chgData name="Yunsik Kim" userId="37ce25964438db19" providerId="LiveId" clId="{BAA54C86-8622-5CAA-B237-43B559026148}" dt="2026-02-25T04:24:33.415" v="26959" actId="14100"/>
          <ac:cxnSpMkLst>
            <pc:docMk/>
            <pc:sldMk cId="29508716" sldId="343"/>
            <ac:cxnSpMk id="62" creationId="{7839F999-7D74-2629-E69B-0F17120851F3}"/>
          </ac:cxnSpMkLst>
        </pc:cxnChg>
        <pc:cxnChg chg="add mod">
          <ac:chgData name="Yunsik Kim" userId="37ce25964438db19" providerId="LiveId" clId="{BAA54C86-8622-5CAA-B237-43B559026148}" dt="2026-02-25T02:00:10.087" v="14772" actId="14100"/>
          <ac:cxnSpMkLst>
            <pc:docMk/>
            <pc:sldMk cId="29508716" sldId="343"/>
            <ac:cxnSpMk id="68" creationId="{1909415D-946F-3C7E-B82B-80E2AB38B7FC}"/>
          </ac:cxnSpMkLst>
        </pc:cxnChg>
      </pc:sldChg>
      <pc:sldChg chg="addSp delSp modSp new del mod">
        <pc:chgData name="Yunsik Kim" userId="37ce25964438db19" providerId="LiveId" clId="{BAA54C86-8622-5CAA-B237-43B559026148}" dt="2026-02-25T03:03:52.334" v="16512" actId="2696"/>
        <pc:sldMkLst>
          <pc:docMk/>
          <pc:sldMk cId="2679752037" sldId="344"/>
        </pc:sldMkLst>
        <pc:spChg chg="del">
          <ac:chgData name="Yunsik Kim" userId="37ce25964438db19" providerId="LiveId" clId="{BAA54C86-8622-5CAA-B237-43B559026148}" dt="2026-02-25T02:39:28.028" v="15366" actId="478"/>
          <ac:spMkLst>
            <pc:docMk/>
            <pc:sldMk cId="2679752037" sldId="344"/>
            <ac:spMk id="2" creationId="{9A14BD68-07D8-798F-CD37-DB60887ED86F}"/>
          </ac:spMkLst>
        </pc:spChg>
        <pc:spChg chg="del">
          <ac:chgData name="Yunsik Kim" userId="37ce25964438db19" providerId="LiveId" clId="{BAA54C86-8622-5CAA-B237-43B559026148}" dt="2026-02-25T02:39:28.028" v="15366" actId="478"/>
          <ac:spMkLst>
            <pc:docMk/>
            <pc:sldMk cId="2679752037" sldId="344"/>
            <ac:spMk id="3" creationId="{6B8DC10F-2850-9F4E-E208-3D0724119102}"/>
          </ac:spMkLst>
        </pc:spChg>
        <pc:spChg chg="del">
          <ac:chgData name="Yunsik Kim" userId="37ce25964438db19" providerId="LiveId" clId="{BAA54C86-8622-5CAA-B237-43B559026148}" dt="2026-02-25T02:39:28.028" v="15366" actId="478"/>
          <ac:spMkLst>
            <pc:docMk/>
            <pc:sldMk cId="2679752037" sldId="344"/>
            <ac:spMk id="4" creationId="{F8FF5A12-A70A-D187-305C-E42CCF308F57}"/>
          </ac:spMkLst>
        </pc:spChg>
        <pc:spChg chg="add mod">
          <ac:chgData name="Yunsik Kim" userId="37ce25964438db19" providerId="LiveId" clId="{BAA54C86-8622-5CAA-B237-43B559026148}" dt="2026-02-25T02:40:41.836" v="15399" actId="12789"/>
          <ac:spMkLst>
            <pc:docMk/>
            <pc:sldMk cId="2679752037" sldId="344"/>
            <ac:spMk id="5" creationId="{EECC86FB-B1AD-0EE8-314D-B565DB12AB20}"/>
          </ac:spMkLst>
        </pc:spChg>
        <pc:spChg chg="add mod">
          <ac:chgData name="Yunsik Kim" userId="37ce25964438db19" providerId="LiveId" clId="{BAA54C86-8622-5CAA-B237-43B559026148}" dt="2026-02-25T02:41:24.330" v="15411" actId="465"/>
          <ac:spMkLst>
            <pc:docMk/>
            <pc:sldMk cId="2679752037" sldId="344"/>
            <ac:spMk id="6" creationId="{F7009307-2B8D-2A6D-628B-9A515833505E}"/>
          </ac:spMkLst>
        </pc:spChg>
        <pc:spChg chg="add mod">
          <ac:chgData name="Yunsik Kim" userId="37ce25964438db19" providerId="LiveId" clId="{BAA54C86-8622-5CAA-B237-43B559026148}" dt="2026-02-25T02:41:24.330" v="15411" actId="465"/>
          <ac:spMkLst>
            <pc:docMk/>
            <pc:sldMk cId="2679752037" sldId="344"/>
            <ac:spMk id="7" creationId="{3B2FC8AF-5402-75E5-4E47-C40D96D766BF}"/>
          </ac:spMkLst>
        </pc:spChg>
        <pc:spChg chg="add mod">
          <ac:chgData name="Yunsik Kim" userId="37ce25964438db19" providerId="LiveId" clId="{BAA54C86-8622-5CAA-B237-43B559026148}" dt="2026-02-25T02:41:24.330" v="15411" actId="465"/>
          <ac:spMkLst>
            <pc:docMk/>
            <pc:sldMk cId="2679752037" sldId="344"/>
            <ac:spMk id="8" creationId="{05E23359-3AB6-BF6E-1CA3-57DF6B1373B8}"/>
          </ac:spMkLst>
        </pc:spChg>
        <pc:spChg chg="add mod">
          <ac:chgData name="Yunsik Kim" userId="37ce25964438db19" providerId="LiveId" clId="{BAA54C86-8622-5CAA-B237-43B559026148}" dt="2026-02-25T02:41:24.330" v="15411" actId="465"/>
          <ac:spMkLst>
            <pc:docMk/>
            <pc:sldMk cId="2679752037" sldId="344"/>
            <ac:spMk id="9" creationId="{C208D638-0983-9681-7077-326E50C7019B}"/>
          </ac:spMkLst>
        </pc:spChg>
        <pc:spChg chg="add mod">
          <ac:chgData name="Yunsik Kim" userId="37ce25964438db19" providerId="LiveId" clId="{BAA54C86-8622-5CAA-B237-43B559026148}" dt="2026-02-25T02:41:06.717" v="15404" actId="12789"/>
          <ac:spMkLst>
            <pc:docMk/>
            <pc:sldMk cId="2679752037" sldId="344"/>
            <ac:spMk id="10" creationId="{C807EFB9-0D8B-729C-9548-07577E1A9D2B}"/>
          </ac:spMkLst>
        </pc:spChg>
        <pc:spChg chg="add mod">
          <ac:chgData name="Yunsik Kim" userId="37ce25964438db19" providerId="LiveId" clId="{BAA54C86-8622-5CAA-B237-43B559026148}" dt="2026-02-25T02:40:41.836" v="15399" actId="12789"/>
          <ac:spMkLst>
            <pc:docMk/>
            <pc:sldMk cId="2679752037" sldId="344"/>
            <ac:spMk id="11" creationId="{FA665DB8-22F4-0A3B-247A-C3DF59BA85D7}"/>
          </ac:spMkLst>
        </pc:spChg>
        <pc:spChg chg="add mod">
          <ac:chgData name="Yunsik Kim" userId="37ce25964438db19" providerId="LiveId" clId="{BAA54C86-8622-5CAA-B237-43B559026148}" dt="2026-02-25T02:41:24.330" v="15411" actId="465"/>
          <ac:spMkLst>
            <pc:docMk/>
            <pc:sldMk cId="2679752037" sldId="344"/>
            <ac:spMk id="12" creationId="{5376FBC7-131C-27EA-8CD1-C31502F5E718}"/>
          </ac:spMkLst>
        </pc:spChg>
        <pc:spChg chg="add mod">
          <ac:chgData name="Yunsik Kim" userId="37ce25964438db19" providerId="LiveId" clId="{BAA54C86-8622-5CAA-B237-43B559026148}" dt="2026-02-25T02:41:24.330" v="15411" actId="465"/>
          <ac:spMkLst>
            <pc:docMk/>
            <pc:sldMk cId="2679752037" sldId="344"/>
            <ac:spMk id="13" creationId="{0A116A9F-8751-4BB9-CD15-BC61D1332F4E}"/>
          </ac:spMkLst>
        </pc:spChg>
        <pc:spChg chg="add mod">
          <ac:chgData name="Yunsik Kim" userId="37ce25964438db19" providerId="LiveId" clId="{BAA54C86-8622-5CAA-B237-43B559026148}" dt="2026-02-25T02:41:24.330" v="15411" actId="465"/>
          <ac:spMkLst>
            <pc:docMk/>
            <pc:sldMk cId="2679752037" sldId="344"/>
            <ac:spMk id="14" creationId="{07C97938-738A-2849-F29B-063694DC7EB3}"/>
          </ac:spMkLst>
        </pc:spChg>
        <pc:spChg chg="add mod">
          <ac:chgData name="Yunsik Kim" userId="37ce25964438db19" providerId="LiveId" clId="{BAA54C86-8622-5CAA-B237-43B559026148}" dt="2026-02-25T02:41:24.330" v="15411" actId="465"/>
          <ac:spMkLst>
            <pc:docMk/>
            <pc:sldMk cId="2679752037" sldId="344"/>
            <ac:spMk id="15" creationId="{0F3E42E9-2737-6AA8-3C16-14531028E6BC}"/>
          </ac:spMkLst>
        </pc:spChg>
        <pc:spChg chg="add mod">
          <ac:chgData name="Yunsik Kim" userId="37ce25964438db19" providerId="LiveId" clId="{BAA54C86-8622-5CAA-B237-43B559026148}" dt="2026-02-25T02:41:06.717" v="15404" actId="12789"/>
          <ac:spMkLst>
            <pc:docMk/>
            <pc:sldMk cId="2679752037" sldId="344"/>
            <ac:spMk id="16" creationId="{0084D7E1-FDC0-C78A-DA08-0834ED10E662}"/>
          </ac:spMkLst>
        </pc:spChg>
        <pc:grpChg chg="add">
          <ac:chgData name="Yunsik Kim" userId="37ce25964438db19" providerId="LiveId" clId="{BAA54C86-8622-5CAA-B237-43B559026148}" dt="2026-02-25T02:41:10.087" v="15405" actId="164"/>
          <ac:grpSpMkLst>
            <pc:docMk/>
            <pc:sldMk cId="2679752037" sldId="344"/>
            <ac:grpSpMk id="17" creationId="{CFEDB806-1289-D503-48D7-37E998865861}"/>
          </ac:grpSpMkLst>
        </pc:grpChg>
        <pc:grpChg chg="add">
          <ac:chgData name="Yunsik Kim" userId="37ce25964438db19" providerId="LiveId" clId="{BAA54C86-8622-5CAA-B237-43B559026148}" dt="2026-02-25T02:41:12.637" v="15406" actId="164"/>
          <ac:grpSpMkLst>
            <pc:docMk/>
            <pc:sldMk cId="2679752037" sldId="344"/>
            <ac:grpSpMk id="18" creationId="{4CE29FEC-DA8C-BC1C-BE0F-1EB655EB3F16}"/>
          </ac:grpSpMkLst>
        </pc:grpChg>
        <pc:grpChg chg="add mod">
          <ac:chgData name="Yunsik Kim" userId="37ce25964438db19" providerId="LiveId" clId="{BAA54C86-8622-5CAA-B237-43B559026148}" dt="2026-02-25T02:41:24.330" v="15411" actId="465"/>
          <ac:grpSpMkLst>
            <pc:docMk/>
            <pc:sldMk cId="2679752037" sldId="344"/>
            <ac:grpSpMk id="19" creationId="{36845F67-B3FD-4FE2-71CD-780373BDAC02}"/>
          </ac:grpSpMkLst>
        </pc:grpChg>
        <pc:grpChg chg="add mod">
          <ac:chgData name="Yunsik Kim" userId="37ce25964438db19" providerId="LiveId" clId="{BAA54C86-8622-5CAA-B237-43B559026148}" dt="2026-02-25T02:41:24.330" v="15411" actId="465"/>
          <ac:grpSpMkLst>
            <pc:docMk/>
            <pc:sldMk cId="2679752037" sldId="344"/>
            <ac:grpSpMk id="20" creationId="{FE5C3705-478E-FAD6-2A0C-C35C36BA6080}"/>
          </ac:grpSpMkLst>
        </pc:grpChg>
        <pc:grpChg chg="add">
          <ac:chgData name="Yunsik Kim" userId="37ce25964438db19" providerId="LiveId" clId="{BAA54C86-8622-5CAA-B237-43B559026148}" dt="2026-02-25T02:41:18.971" v="15409" actId="164"/>
          <ac:grpSpMkLst>
            <pc:docMk/>
            <pc:sldMk cId="2679752037" sldId="344"/>
            <ac:grpSpMk id="21" creationId="{681C8BBD-6253-C53A-BDA0-7F9A1589E5E9}"/>
          </ac:grpSpMkLst>
        </pc:grpChg>
        <pc:grpChg chg="add">
          <ac:chgData name="Yunsik Kim" userId="37ce25964438db19" providerId="LiveId" clId="{BAA54C86-8622-5CAA-B237-43B559026148}" dt="2026-02-25T02:41:21.167" v="15410" actId="164"/>
          <ac:grpSpMkLst>
            <pc:docMk/>
            <pc:sldMk cId="2679752037" sldId="344"/>
            <ac:grpSpMk id="22" creationId="{D077CBF4-110D-BF02-4067-688760E5864A}"/>
          </ac:grpSpMkLst>
        </pc:grpChg>
      </pc:sldChg>
    </pc:docChg>
  </pc:docChgLst>
  <pc:docChgLst>
    <pc:chgData name="Yunsik Kim" userId="37ce25964438db19" providerId="LiveId" clId="{9B41B555-0311-5937-89A4-76ECC0531C9A}"/>
    <pc:docChg chg="undo custSel modSld">
      <pc:chgData name="Yunsik Kim" userId="37ce25964438db19" providerId="LiveId" clId="{9B41B555-0311-5937-89A4-76ECC0531C9A}" dt="2026-02-23T15:43:12.376" v="7704" actId="20577"/>
      <pc:docMkLst>
        <pc:docMk/>
      </pc:docMkLst>
      <pc:sldChg chg="modNotesTx">
        <pc:chgData name="Yunsik Kim" userId="37ce25964438db19" providerId="LiveId" clId="{9B41B555-0311-5937-89A4-76ECC0531C9A}" dt="2026-02-23T13:58:50.983" v="217" actId="20577"/>
        <pc:sldMkLst>
          <pc:docMk/>
          <pc:sldMk cId="758000304"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DA279-56B0-A848-B588-2765E893DDDE}" type="datetimeFigureOut">
              <a:rPr lang="en-US" smtClean="0"/>
              <a:t>2/24/26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BF8B8-88D6-0746-900F-F392DD6256C7}" type="slidenum">
              <a:rPr lang="en-US" smtClean="0"/>
              <a:t>‹#›</a:t>
            </a:fld>
            <a:endParaRPr lang="en-US"/>
          </a:p>
        </p:txBody>
      </p:sp>
    </p:spTree>
    <p:extLst>
      <p:ext uri="{BB962C8B-B14F-4D97-AF65-F5344CB8AC3E}">
        <p14:creationId xmlns:p14="http://schemas.microsoft.com/office/powerpoint/2010/main" val="142719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BF8B8-88D6-0746-900F-F392DD6256C7}" type="slidenum">
              <a:rPr lang="en-US" smtClean="0"/>
              <a:t>0</a:t>
            </a:fld>
            <a:endParaRPr lang="en-US"/>
          </a:p>
        </p:txBody>
      </p:sp>
    </p:spTree>
    <p:extLst>
      <p:ext uri="{BB962C8B-B14F-4D97-AF65-F5344CB8AC3E}">
        <p14:creationId xmlns:p14="http://schemas.microsoft.com/office/powerpoint/2010/main" val="4117657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AFADC-595E-246A-DD32-63ACE70F2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B91FC-C913-226D-6713-231E668F0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ACF6E-3CCD-5E4C-388F-E38A46290B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First, I would like to briefly introduce Seoul’s public bike-sharing system. Seoul’s public bike system, known as </a:t>
            </a:r>
            <a:r>
              <a:rPr lang="en-US" baseline="0" dirty="0" err="1"/>
              <a:t>Ddareungi</a:t>
            </a:r>
            <a:r>
              <a:rPr lang="en-US" baseline="0" dirty="0"/>
              <a:t>, was launched in October 2015 and has now been in operation for ten years. The system is managed by the Seoul Metropolitan Government and operates as a dock-based system, where bikes are rented from and returned to designated docking stations.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As of December 2025, the system includes approximately 3,300 stations and around 45,000 bicycles distributes across the city. With a relatively low usage fee (about 0.69 US dollars per hour) and rapid infrastructure expansion over the past decade, the system has become an important and widely used mode of transportation within the city.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Public bike systems, and micromobility more broadly, have also attracted significant in academic research. For example, studies have examined operational challenges such as bike relocation, as well as public health issues. In particular, the existence of relocation studies suggests that there are spatial imbalance between supply and demand and that usage patterns are not evenly distributed across space.</a:t>
            </a:r>
          </a:p>
        </p:txBody>
      </p:sp>
      <p:sp>
        <p:nvSpPr>
          <p:cNvPr id="4" name="Slide Number Placeholder 3">
            <a:extLst>
              <a:ext uri="{FF2B5EF4-FFF2-40B4-BE49-F238E27FC236}">
                <a16:creationId xmlns:a16="http://schemas.microsoft.com/office/drawing/2014/main" id="{30B4FB73-3B63-B9A3-AE78-5C79450E250E}"/>
              </a:ext>
            </a:extLst>
          </p:cNvPr>
          <p:cNvSpPr>
            <a:spLocks noGrp="1"/>
          </p:cNvSpPr>
          <p:nvPr>
            <p:ph type="sldNum" sz="quarter" idx="5"/>
          </p:nvPr>
        </p:nvSpPr>
        <p:spPr/>
        <p:txBody>
          <a:bodyPr/>
          <a:lstStyle/>
          <a:p>
            <a:fld id="{34BBF8B8-88D6-0746-900F-F392DD6256C7}" type="slidenum">
              <a:rPr lang="en-US" smtClean="0"/>
              <a:t>1</a:t>
            </a:fld>
            <a:endParaRPr lang="en-US"/>
          </a:p>
        </p:txBody>
      </p:sp>
    </p:spTree>
    <p:extLst>
      <p:ext uri="{BB962C8B-B14F-4D97-AF65-F5344CB8AC3E}">
        <p14:creationId xmlns:p14="http://schemas.microsoft.com/office/powerpoint/2010/main" val="3240166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E965-EDD7-4FD8-7959-4B002E040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5334E-3799-96C5-90D1-CB90C2C31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690BE-277B-49CD-6F28-5DD0153191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So, for this project, I focus on visualizing the spatial differences and how these patterns shift in the context of temporal dimension, such as between weekdays and weekends, and during peak commuting hours.</a:t>
            </a:r>
          </a:p>
        </p:txBody>
      </p:sp>
      <p:sp>
        <p:nvSpPr>
          <p:cNvPr id="4" name="Slide Number Placeholder 3">
            <a:extLst>
              <a:ext uri="{FF2B5EF4-FFF2-40B4-BE49-F238E27FC236}">
                <a16:creationId xmlns:a16="http://schemas.microsoft.com/office/drawing/2014/main" id="{A0044143-9FF9-783F-E73B-34C3EDF6CAD8}"/>
              </a:ext>
            </a:extLst>
          </p:cNvPr>
          <p:cNvSpPr>
            <a:spLocks noGrp="1"/>
          </p:cNvSpPr>
          <p:nvPr>
            <p:ph type="sldNum" sz="quarter" idx="5"/>
          </p:nvPr>
        </p:nvSpPr>
        <p:spPr/>
        <p:txBody>
          <a:bodyPr/>
          <a:lstStyle/>
          <a:p>
            <a:fld id="{34BBF8B8-88D6-0746-900F-F392DD6256C7}" type="slidenum">
              <a:rPr lang="en-US" smtClean="0"/>
              <a:t>2</a:t>
            </a:fld>
            <a:endParaRPr lang="en-US"/>
          </a:p>
        </p:txBody>
      </p:sp>
    </p:spTree>
    <p:extLst>
      <p:ext uri="{BB962C8B-B14F-4D97-AF65-F5344CB8AC3E}">
        <p14:creationId xmlns:p14="http://schemas.microsoft.com/office/powerpoint/2010/main" val="3194704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1F6C7-DB42-4974-40FD-8DAAD7F7A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E385B-5D08-CF3C-B669-2C18EE639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0AA95-ACA1-C2BA-7529-755CFD8F28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baseline="0" dirty="0"/>
              <a:t>This table summarizes the datasets used in this project, including their data types and sources. I used four main datasets. Two polygon datasets, the administrative boundary of Seoul and the Seoul stream network. And, two tabular datasets: the bike station location data and individual bike trip records. Each dataset was obtained from publicly available 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baseline="0" dirty="0"/>
              <a:t>When it comes to the spatial unit of visualization, instead of using administrative units such as census tracts or block groups, I wanted to analyze bike demand at the station level. Therefore, I generated Voronoi, or Thiessen, polygons based on the station point data. These polygons delineate the service area of each station by assigning surrounding space to the nearest station. Using these station-level service areas as the spatial unit, I try to avoid aggregating values by administrative boundaries which are arbitrarily generated.</a:t>
            </a:r>
          </a:p>
        </p:txBody>
      </p:sp>
      <p:sp>
        <p:nvSpPr>
          <p:cNvPr id="4" name="Slide Number Placeholder 3">
            <a:extLst>
              <a:ext uri="{FF2B5EF4-FFF2-40B4-BE49-F238E27FC236}">
                <a16:creationId xmlns:a16="http://schemas.microsoft.com/office/drawing/2014/main" id="{B32C181F-8454-6D5D-2DE3-6B4B20FF3878}"/>
              </a:ext>
            </a:extLst>
          </p:cNvPr>
          <p:cNvSpPr>
            <a:spLocks noGrp="1"/>
          </p:cNvSpPr>
          <p:nvPr>
            <p:ph type="sldNum" sz="quarter" idx="5"/>
          </p:nvPr>
        </p:nvSpPr>
        <p:spPr/>
        <p:txBody>
          <a:bodyPr/>
          <a:lstStyle/>
          <a:p>
            <a:fld id="{34BBF8B8-88D6-0746-900F-F392DD6256C7}" type="slidenum">
              <a:rPr lang="en-US" smtClean="0"/>
              <a:t>3</a:t>
            </a:fld>
            <a:endParaRPr lang="en-US"/>
          </a:p>
        </p:txBody>
      </p:sp>
    </p:spTree>
    <p:extLst>
      <p:ext uri="{BB962C8B-B14F-4D97-AF65-F5344CB8AC3E}">
        <p14:creationId xmlns:p14="http://schemas.microsoft.com/office/powerpoint/2010/main" val="2432143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AF33A-C9CB-9C59-1C7C-E618A032C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492F2-F553-AD9D-6F8E-3BB71D9BA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E0F2D-FA65-B80A-B4A5-5BB984D565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This diagram indicates workflow of data processing. Two tabular data, station and trips, were joined by using station ID. For the trip data, there are some outliers. So, referring to the related studies, I filtered out them if the data has distance less than 200 meters and duration of 0 minutes. After filtering, about 36 million trip records were retained in the year of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Next, using the location XY coordinates, I created Voronoi polygons and clipped it to make it align with the Seoul boundary. To generate comprehensive inflow and outflow </a:t>
            </a:r>
            <a:r>
              <a:rPr lang="en-US" baseline="0" dirty="0" err="1"/>
              <a:t>dataframe</a:t>
            </a:r>
            <a:r>
              <a:rPr lang="en-US" baseline="0" dirty="0"/>
              <a:t> by time-context, I counted the number of inflows and outflows for each station and calculated annual average values dividing by number of days. So, I used this wide table for visualization.</a:t>
            </a:r>
          </a:p>
        </p:txBody>
      </p:sp>
      <p:sp>
        <p:nvSpPr>
          <p:cNvPr id="4" name="Slide Number Placeholder 3">
            <a:extLst>
              <a:ext uri="{FF2B5EF4-FFF2-40B4-BE49-F238E27FC236}">
                <a16:creationId xmlns:a16="http://schemas.microsoft.com/office/drawing/2014/main" id="{4BD71BF1-85F0-40FF-07D8-99EF4713E6BD}"/>
              </a:ext>
            </a:extLst>
          </p:cNvPr>
          <p:cNvSpPr>
            <a:spLocks noGrp="1"/>
          </p:cNvSpPr>
          <p:nvPr>
            <p:ph type="sldNum" sz="quarter" idx="5"/>
          </p:nvPr>
        </p:nvSpPr>
        <p:spPr/>
        <p:txBody>
          <a:bodyPr/>
          <a:lstStyle/>
          <a:p>
            <a:fld id="{34BBF8B8-88D6-0746-900F-F392DD6256C7}" type="slidenum">
              <a:rPr lang="en-US" smtClean="0"/>
              <a:t>4</a:t>
            </a:fld>
            <a:endParaRPr lang="en-US"/>
          </a:p>
        </p:txBody>
      </p:sp>
    </p:spTree>
    <p:extLst>
      <p:ext uri="{BB962C8B-B14F-4D97-AF65-F5344CB8AC3E}">
        <p14:creationId xmlns:p14="http://schemas.microsoft.com/office/powerpoint/2010/main" val="1050326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my final visualization output. Excluding the study area map, I arranged four maps. The first map presents the annual average total activity at each station, calculated as the sum of inflow and outflow. The remaining three maps focus on temporal comparisons. These include comparisons between weekdays and weekends, and between inflow and outflow during the morning and evening rush hours. I used ratio maps for the temporal comparison maps by applying log transformation to the ratios</a:t>
            </a:r>
            <a:r>
              <a:rPr lang="ko-KR" altLang="en-US" dirty="0"/>
              <a:t> </a:t>
            </a:r>
            <a:r>
              <a:rPr lang="en-US" sz="1200" kern="1200" dirty="0">
                <a:solidFill>
                  <a:schemeClr val="tx1"/>
                </a:solidFill>
                <a:effectLst/>
                <a:latin typeface="+mn-lt"/>
                <a:ea typeface="+mn-ea"/>
                <a:cs typeface="+mn-cs"/>
              </a:rPr>
              <a:t>in order to create a symmetric scale around zero.</a:t>
            </a:r>
            <a:r>
              <a:rPr lang="en-US" dirty="0"/>
              <a:t> In the lower-left corner, I included a line chart showing the annual average number of trips by hour and weekday, illustrating the distinct difference between weekdays and weekends, as well as commuting peaks on weekdays.</a:t>
            </a:r>
          </a:p>
        </p:txBody>
      </p:sp>
      <p:sp>
        <p:nvSpPr>
          <p:cNvPr id="4" name="Slide Number Placeholder 3"/>
          <p:cNvSpPr>
            <a:spLocks noGrp="1"/>
          </p:cNvSpPr>
          <p:nvPr>
            <p:ph type="sldNum" sz="quarter" idx="5"/>
          </p:nvPr>
        </p:nvSpPr>
        <p:spPr/>
        <p:txBody>
          <a:bodyPr/>
          <a:lstStyle/>
          <a:p>
            <a:fld id="{34BBF8B8-88D6-0746-900F-F392DD6256C7}" type="slidenum">
              <a:rPr lang="en-US" smtClean="0"/>
              <a:t>5</a:t>
            </a:fld>
            <a:endParaRPr lang="en-US"/>
          </a:p>
        </p:txBody>
      </p:sp>
    </p:spTree>
    <p:extLst>
      <p:ext uri="{BB962C8B-B14F-4D97-AF65-F5344CB8AC3E}">
        <p14:creationId xmlns:p14="http://schemas.microsoft.com/office/powerpoint/2010/main" val="2814616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3CE6-EE81-0DEA-B42B-347E83C733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38F82B-8E75-6AC9-AAF5-3DC4122995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17A152-1235-0A1A-16BD-CA5D25617230}"/>
              </a:ext>
            </a:extLst>
          </p:cNvPr>
          <p:cNvSpPr>
            <a:spLocks noGrp="1"/>
          </p:cNvSpPr>
          <p:nvPr>
            <p:ph type="dt" sz="half" idx="10"/>
          </p:nvPr>
        </p:nvSpPr>
        <p:spPr/>
        <p:txBody>
          <a:bodyPr/>
          <a:lstStyle/>
          <a:p>
            <a:fld id="{6861D8CC-90F4-1440-AE20-D332F6FF27CB}" type="datetime1">
              <a:rPr lang="en-US" smtClean="0"/>
              <a:t>2/24/26</a:t>
            </a:fld>
            <a:endParaRPr lang="en-US"/>
          </a:p>
        </p:txBody>
      </p:sp>
      <p:sp>
        <p:nvSpPr>
          <p:cNvPr id="5" name="Footer Placeholder 4">
            <a:extLst>
              <a:ext uri="{FF2B5EF4-FFF2-40B4-BE49-F238E27FC236}">
                <a16:creationId xmlns:a16="http://schemas.microsoft.com/office/drawing/2014/main" id="{A7575B9F-94D2-D581-4352-113C12512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A7F21-B5D9-661A-5F9E-8104A2EBC865}"/>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3105432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0E2C-6B28-31F8-77B1-79F44C0BFA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2F91E2-7713-32B4-D53C-0D15C65920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1A285-9724-D8FA-CE7F-717C51296987}"/>
              </a:ext>
            </a:extLst>
          </p:cNvPr>
          <p:cNvSpPr>
            <a:spLocks noGrp="1"/>
          </p:cNvSpPr>
          <p:nvPr>
            <p:ph type="dt" sz="half" idx="10"/>
          </p:nvPr>
        </p:nvSpPr>
        <p:spPr/>
        <p:txBody>
          <a:bodyPr/>
          <a:lstStyle/>
          <a:p>
            <a:fld id="{A59F0B63-0266-F847-A6D6-9C1D370C2647}" type="datetime1">
              <a:rPr lang="en-US" smtClean="0"/>
              <a:t>2/24/26</a:t>
            </a:fld>
            <a:endParaRPr lang="en-US"/>
          </a:p>
        </p:txBody>
      </p:sp>
      <p:sp>
        <p:nvSpPr>
          <p:cNvPr id="5" name="Footer Placeholder 4">
            <a:extLst>
              <a:ext uri="{FF2B5EF4-FFF2-40B4-BE49-F238E27FC236}">
                <a16:creationId xmlns:a16="http://schemas.microsoft.com/office/drawing/2014/main" id="{9B1D9587-227A-E806-98C9-BCB815789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B3F19-CFC6-A89E-07DB-855898B26621}"/>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774730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DF593-D62E-F6FC-8549-3D1EF58A83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4833D5-1625-4EDB-FCB4-FB259DAAF4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82BBDE-464A-F073-BD98-AF0FD2BE0ADC}"/>
              </a:ext>
            </a:extLst>
          </p:cNvPr>
          <p:cNvSpPr>
            <a:spLocks noGrp="1"/>
          </p:cNvSpPr>
          <p:nvPr>
            <p:ph type="dt" sz="half" idx="10"/>
          </p:nvPr>
        </p:nvSpPr>
        <p:spPr/>
        <p:txBody>
          <a:bodyPr/>
          <a:lstStyle/>
          <a:p>
            <a:fld id="{F3FA94E8-2C13-8945-86D4-9C713166E88D}" type="datetime1">
              <a:rPr lang="en-US" smtClean="0"/>
              <a:t>2/24/26</a:t>
            </a:fld>
            <a:endParaRPr lang="en-US"/>
          </a:p>
        </p:txBody>
      </p:sp>
      <p:sp>
        <p:nvSpPr>
          <p:cNvPr id="5" name="Footer Placeholder 4">
            <a:extLst>
              <a:ext uri="{FF2B5EF4-FFF2-40B4-BE49-F238E27FC236}">
                <a16:creationId xmlns:a16="http://schemas.microsoft.com/office/drawing/2014/main" id="{AA192E1B-63EF-1EE0-957B-44B3C04DDC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DF0FD-6D68-91A9-5AAC-ADA98EE12AED}"/>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420259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05DC-613F-6094-C601-8EABABFDF6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8B4B2-FD08-84ED-DF27-1B9C9B1496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4A9D86-4AE4-D30F-BE63-A603986901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E8DE69-64FA-955C-76FA-2854EF50D1B8}"/>
              </a:ext>
            </a:extLst>
          </p:cNvPr>
          <p:cNvSpPr>
            <a:spLocks noGrp="1"/>
          </p:cNvSpPr>
          <p:nvPr>
            <p:ph type="dt" sz="half" idx="10"/>
          </p:nvPr>
        </p:nvSpPr>
        <p:spPr/>
        <p:txBody>
          <a:bodyPr/>
          <a:lstStyle/>
          <a:p>
            <a:fld id="{46E29CB5-1414-CF43-B323-366635A41E19}" type="datetime1">
              <a:rPr lang="en-US" smtClean="0"/>
              <a:t>2/24/26</a:t>
            </a:fld>
            <a:endParaRPr lang="en-US"/>
          </a:p>
        </p:txBody>
      </p:sp>
      <p:sp>
        <p:nvSpPr>
          <p:cNvPr id="6" name="Footer Placeholder 5">
            <a:extLst>
              <a:ext uri="{FF2B5EF4-FFF2-40B4-BE49-F238E27FC236}">
                <a16:creationId xmlns:a16="http://schemas.microsoft.com/office/drawing/2014/main" id="{DFE02CF6-EAC4-9934-3B17-1A71FFA69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B9FD62-E457-7C85-3268-0645D290E6E1}"/>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2534079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63EA7-C4C5-2C74-6309-E179BDCF73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7DE767-3B93-783F-06BC-4372284636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7A411B-696C-C048-77B3-A093E655A2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8D2BD5-58FB-C903-CF2E-14986A112B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E6C4B-F9B8-DCEB-CAF8-22FF4B1959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45CF64-B19B-EE4C-CA5D-8A52E9295E67}"/>
              </a:ext>
            </a:extLst>
          </p:cNvPr>
          <p:cNvSpPr>
            <a:spLocks noGrp="1"/>
          </p:cNvSpPr>
          <p:nvPr>
            <p:ph type="dt" sz="half" idx="10"/>
          </p:nvPr>
        </p:nvSpPr>
        <p:spPr/>
        <p:txBody>
          <a:bodyPr/>
          <a:lstStyle/>
          <a:p>
            <a:fld id="{C0612763-5D31-654F-B314-C4B9CDA4DEBA}" type="datetime1">
              <a:rPr lang="en-US" smtClean="0"/>
              <a:t>2/24/26</a:t>
            </a:fld>
            <a:endParaRPr lang="en-US"/>
          </a:p>
        </p:txBody>
      </p:sp>
      <p:sp>
        <p:nvSpPr>
          <p:cNvPr id="8" name="Footer Placeholder 7">
            <a:extLst>
              <a:ext uri="{FF2B5EF4-FFF2-40B4-BE49-F238E27FC236}">
                <a16:creationId xmlns:a16="http://schemas.microsoft.com/office/drawing/2014/main" id="{F7E6E3B1-0834-F77C-61A5-E060C22D60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E5AD9B-C192-70CA-0C1B-24ABE5F93CC0}"/>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1174703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EB7DB-9FF1-954A-0F47-C0C40A92C6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8A1EAB-4090-C9CA-C917-8EA6535CEF8A}"/>
              </a:ext>
            </a:extLst>
          </p:cNvPr>
          <p:cNvSpPr>
            <a:spLocks noGrp="1"/>
          </p:cNvSpPr>
          <p:nvPr>
            <p:ph type="dt" sz="half" idx="10"/>
          </p:nvPr>
        </p:nvSpPr>
        <p:spPr/>
        <p:txBody>
          <a:bodyPr/>
          <a:lstStyle/>
          <a:p>
            <a:fld id="{A510912D-3FF2-AC41-9393-E6CD34076F01}" type="datetime1">
              <a:rPr lang="en-US" smtClean="0"/>
              <a:t>2/24/26</a:t>
            </a:fld>
            <a:endParaRPr lang="en-US"/>
          </a:p>
        </p:txBody>
      </p:sp>
      <p:sp>
        <p:nvSpPr>
          <p:cNvPr id="4" name="Footer Placeholder 3">
            <a:extLst>
              <a:ext uri="{FF2B5EF4-FFF2-40B4-BE49-F238E27FC236}">
                <a16:creationId xmlns:a16="http://schemas.microsoft.com/office/drawing/2014/main" id="{2D3A3A80-C7E1-3171-1E1B-661FBABE28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6B0FB0-AD77-353A-4A4C-E3429FE8E435}"/>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440123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6AFA74-EEB8-FB79-B5B5-2C148946F8D8}"/>
              </a:ext>
            </a:extLst>
          </p:cNvPr>
          <p:cNvSpPr>
            <a:spLocks noGrp="1"/>
          </p:cNvSpPr>
          <p:nvPr>
            <p:ph type="dt" sz="half" idx="10"/>
          </p:nvPr>
        </p:nvSpPr>
        <p:spPr/>
        <p:txBody>
          <a:bodyPr/>
          <a:lstStyle/>
          <a:p>
            <a:fld id="{1D5517D4-CD11-F249-97AD-EA980721C395}" type="datetime1">
              <a:rPr lang="en-US" smtClean="0"/>
              <a:t>2/24/26</a:t>
            </a:fld>
            <a:endParaRPr lang="en-US"/>
          </a:p>
        </p:txBody>
      </p:sp>
      <p:sp>
        <p:nvSpPr>
          <p:cNvPr id="3" name="Footer Placeholder 2">
            <a:extLst>
              <a:ext uri="{FF2B5EF4-FFF2-40B4-BE49-F238E27FC236}">
                <a16:creationId xmlns:a16="http://schemas.microsoft.com/office/drawing/2014/main" id="{9854441A-2CC8-1348-F053-FCBB849316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0270A5-84AF-1DFA-3792-08F71E0E9448}"/>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308468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5F8F-2AEC-CD76-01A3-25F0B93A6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835348-2F27-7DEA-0C9A-C79C29AB9D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1258F6-D159-5475-A72A-5AADE204D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D1B4A6-2BD8-9392-81A7-A54A06FE25CD}"/>
              </a:ext>
            </a:extLst>
          </p:cNvPr>
          <p:cNvSpPr>
            <a:spLocks noGrp="1"/>
          </p:cNvSpPr>
          <p:nvPr>
            <p:ph type="dt" sz="half" idx="10"/>
          </p:nvPr>
        </p:nvSpPr>
        <p:spPr/>
        <p:txBody>
          <a:bodyPr/>
          <a:lstStyle/>
          <a:p>
            <a:fld id="{9A9BFDFA-20CF-D44F-AD56-E77C25AA845D}" type="datetime1">
              <a:rPr lang="en-US" smtClean="0"/>
              <a:t>2/24/26</a:t>
            </a:fld>
            <a:endParaRPr lang="en-US"/>
          </a:p>
        </p:txBody>
      </p:sp>
      <p:sp>
        <p:nvSpPr>
          <p:cNvPr id="6" name="Footer Placeholder 5">
            <a:extLst>
              <a:ext uri="{FF2B5EF4-FFF2-40B4-BE49-F238E27FC236}">
                <a16:creationId xmlns:a16="http://schemas.microsoft.com/office/drawing/2014/main" id="{934E6EFF-922F-91ED-E89E-ABAAB8A98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52461-CB09-C661-C86F-2800FBF675B1}"/>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4275405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A59F5-05EC-2162-BD7E-9F671221DA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4C375B-5359-EEFB-2172-A6907B4FB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0A12-F81F-91F5-D52E-D9A076148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449350-3662-2E32-9C09-777AAD52D2BA}"/>
              </a:ext>
            </a:extLst>
          </p:cNvPr>
          <p:cNvSpPr>
            <a:spLocks noGrp="1"/>
          </p:cNvSpPr>
          <p:nvPr>
            <p:ph type="dt" sz="half" idx="10"/>
          </p:nvPr>
        </p:nvSpPr>
        <p:spPr/>
        <p:txBody>
          <a:bodyPr/>
          <a:lstStyle/>
          <a:p>
            <a:fld id="{8FE37639-DF0B-A643-A732-937B71E77B55}" type="datetime1">
              <a:rPr lang="en-US" smtClean="0"/>
              <a:t>2/24/26</a:t>
            </a:fld>
            <a:endParaRPr lang="en-US"/>
          </a:p>
        </p:txBody>
      </p:sp>
      <p:sp>
        <p:nvSpPr>
          <p:cNvPr id="6" name="Footer Placeholder 5">
            <a:extLst>
              <a:ext uri="{FF2B5EF4-FFF2-40B4-BE49-F238E27FC236}">
                <a16:creationId xmlns:a16="http://schemas.microsoft.com/office/drawing/2014/main" id="{957E0421-7BA6-131B-F842-CF4554373D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F2D4A8-6ABB-F9EC-F776-370CE5A9520B}"/>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2622958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8229-7EA2-195B-A9A2-DFC1A5110E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8F79061-5625-6F17-E7FC-B23A0FF400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615479-BB67-14AA-9A64-72C3FFCD53BB}"/>
              </a:ext>
            </a:extLst>
          </p:cNvPr>
          <p:cNvSpPr>
            <a:spLocks noGrp="1"/>
          </p:cNvSpPr>
          <p:nvPr>
            <p:ph type="dt" sz="half" idx="10"/>
          </p:nvPr>
        </p:nvSpPr>
        <p:spPr/>
        <p:txBody>
          <a:bodyPr/>
          <a:lstStyle/>
          <a:p>
            <a:fld id="{3CA63972-0E42-CE47-A3D8-AB24A71DC815}" type="datetime1">
              <a:rPr lang="en-US" smtClean="0"/>
              <a:t>2/24/26</a:t>
            </a:fld>
            <a:endParaRPr lang="en-US"/>
          </a:p>
        </p:txBody>
      </p:sp>
      <p:sp>
        <p:nvSpPr>
          <p:cNvPr id="5" name="Footer Placeholder 4">
            <a:extLst>
              <a:ext uri="{FF2B5EF4-FFF2-40B4-BE49-F238E27FC236}">
                <a16:creationId xmlns:a16="http://schemas.microsoft.com/office/drawing/2014/main" id="{BF20C3AA-E4BC-FDF5-8DFC-2311E53065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323A2-3F60-C997-8FF9-AFF275E1CB5D}"/>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3677946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80EF00-FB5D-4F79-C021-19CB79E34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972617-5F38-1EA9-2918-5A923B5257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2A2E4C-FBA8-34B4-0816-C0B147AA59CA}"/>
              </a:ext>
            </a:extLst>
          </p:cNvPr>
          <p:cNvSpPr>
            <a:spLocks noGrp="1"/>
          </p:cNvSpPr>
          <p:nvPr>
            <p:ph type="dt" sz="half" idx="10"/>
          </p:nvPr>
        </p:nvSpPr>
        <p:spPr/>
        <p:txBody>
          <a:bodyPr/>
          <a:lstStyle/>
          <a:p>
            <a:fld id="{82011B4A-FEAB-F748-9826-02F7BB8B107D}" type="datetime1">
              <a:rPr lang="en-US" smtClean="0"/>
              <a:t>2/24/26</a:t>
            </a:fld>
            <a:endParaRPr lang="en-US"/>
          </a:p>
        </p:txBody>
      </p:sp>
      <p:sp>
        <p:nvSpPr>
          <p:cNvPr id="5" name="Footer Placeholder 4">
            <a:extLst>
              <a:ext uri="{FF2B5EF4-FFF2-40B4-BE49-F238E27FC236}">
                <a16:creationId xmlns:a16="http://schemas.microsoft.com/office/drawing/2014/main" id="{78A16696-2BCE-980D-5B20-8A84C1602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306A4-1548-1897-8FF1-7E126F360C04}"/>
              </a:ext>
            </a:extLst>
          </p:cNvPr>
          <p:cNvSpPr>
            <a:spLocks noGrp="1"/>
          </p:cNvSpPr>
          <p:nvPr>
            <p:ph type="sldNum" sz="quarter" idx="12"/>
          </p:nvPr>
        </p:nvSpPr>
        <p:spPr/>
        <p:txBody>
          <a:bodyPr/>
          <a:lstStyle/>
          <a:p>
            <a:fld id="{34669F9B-C74E-1E47-8F30-C84D54984EEE}" type="slidenum">
              <a:rPr lang="en-US" smtClean="0"/>
              <a:t>‹#›</a:t>
            </a:fld>
            <a:endParaRPr lang="en-US"/>
          </a:p>
        </p:txBody>
      </p:sp>
    </p:spTree>
    <p:extLst>
      <p:ext uri="{BB962C8B-B14F-4D97-AF65-F5344CB8AC3E}">
        <p14:creationId xmlns:p14="http://schemas.microsoft.com/office/powerpoint/2010/main" val="3887784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FE70F-4B1E-3141-8E9E-65A66DAE66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73E7DE-2A9F-C23A-7B09-0C54338B2B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4A2F3-D6BF-AB21-206E-F239BB0A95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768519-E579-0348-B29D-E0438E4474B4}" type="datetime1">
              <a:rPr lang="en-US" smtClean="0"/>
              <a:t>2/24/26</a:t>
            </a:fld>
            <a:endParaRPr lang="en-US"/>
          </a:p>
        </p:txBody>
      </p:sp>
      <p:sp>
        <p:nvSpPr>
          <p:cNvPr id="5" name="Footer Placeholder 4">
            <a:extLst>
              <a:ext uri="{FF2B5EF4-FFF2-40B4-BE49-F238E27FC236}">
                <a16:creationId xmlns:a16="http://schemas.microsoft.com/office/drawing/2014/main" id="{E8F6BDD2-569D-53A1-91D6-6E39C26CB9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E91C29C-1063-8260-1213-23B3E229F6E0}"/>
              </a:ext>
            </a:extLst>
          </p:cNvPr>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669F9B-C74E-1E47-8F30-C84D54984EEE}" type="slidenum">
              <a:rPr lang="en-US" smtClean="0"/>
              <a:t>‹#›</a:t>
            </a:fld>
            <a:endParaRPr lang="en-US"/>
          </a:p>
        </p:txBody>
      </p:sp>
    </p:spTree>
    <p:extLst>
      <p:ext uri="{BB962C8B-B14F-4D97-AF65-F5344CB8AC3E}">
        <p14:creationId xmlns:p14="http://schemas.microsoft.com/office/powerpoint/2010/main" val="1865220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hyperlink" Target="https://mediahub.seoul.go.kr/archives/2008203"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pn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74C6B1F-9A93-15A8-E584-5C87C6558B1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D3C8FB6-11CC-1C60-08DD-8B9108C6051C}"/>
              </a:ext>
            </a:extLst>
          </p:cNvPr>
          <p:cNvSpPr txBox="1"/>
          <p:nvPr/>
        </p:nvSpPr>
        <p:spPr>
          <a:xfrm>
            <a:off x="5227821" y="3598333"/>
            <a:ext cx="1736373" cy="773994"/>
          </a:xfrm>
          <a:prstGeom prst="rect">
            <a:avLst/>
          </a:prstGeom>
          <a:noFill/>
        </p:spPr>
        <p:txBody>
          <a:bodyPr wrap="none" rtlCol="0">
            <a:spAutoFit/>
          </a:bodyPr>
          <a:lstStyle/>
          <a:p>
            <a:pPr algn="ctr">
              <a:lnSpc>
                <a:spcPct val="130000"/>
              </a:lnSpc>
            </a:pPr>
            <a:r>
              <a:rPr lang="en-US">
                <a:latin typeface="Arial Narrow" panose="020B0604020202020204" pitchFamily="34" charset="0"/>
                <a:cs typeface="Arial Narrow" panose="020B0604020202020204" pitchFamily="34" charset="0"/>
              </a:rPr>
              <a:t>February </a:t>
            </a:r>
            <a:r>
              <a:rPr lang="en-US" altLang="ko-KR">
                <a:latin typeface="Arial Narrow" panose="020B0604020202020204" pitchFamily="34" charset="0"/>
                <a:cs typeface="Arial Narrow" panose="020B0604020202020204" pitchFamily="34" charset="0"/>
              </a:rPr>
              <a:t>25</a:t>
            </a:r>
            <a:r>
              <a:rPr lang="en-US">
                <a:latin typeface="Arial Narrow" panose="020B0604020202020204" pitchFamily="34" charset="0"/>
                <a:cs typeface="Arial Narrow" panose="020B0604020202020204" pitchFamily="34" charset="0"/>
              </a:rPr>
              <a:t>, </a:t>
            </a:r>
            <a:r>
              <a:rPr lang="en-US" dirty="0">
                <a:latin typeface="Arial Narrow" panose="020B0604020202020204" pitchFamily="34" charset="0"/>
                <a:cs typeface="Arial Narrow" panose="020B0604020202020204" pitchFamily="34" charset="0"/>
              </a:rPr>
              <a:t>2026</a:t>
            </a:r>
          </a:p>
          <a:p>
            <a:pPr algn="ctr">
              <a:lnSpc>
                <a:spcPct val="130000"/>
              </a:lnSpc>
            </a:pPr>
            <a:r>
              <a:rPr lang="en-US" dirty="0">
                <a:latin typeface="Arial Narrow" panose="020B0604020202020204" pitchFamily="34" charset="0"/>
                <a:cs typeface="Arial Narrow" panose="020B0604020202020204" pitchFamily="34" charset="0"/>
              </a:rPr>
              <a:t>Yunsik Kim</a:t>
            </a:r>
          </a:p>
        </p:txBody>
      </p:sp>
      <p:sp>
        <p:nvSpPr>
          <p:cNvPr id="2" name="TextBox 3">
            <a:extLst>
              <a:ext uri="{FF2B5EF4-FFF2-40B4-BE49-F238E27FC236}">
                <a16:creationId xmlns:a16="http://schemas.microsoft.com/office/drawing/2014/main" id="{4AD78750-F979-D5E7-E4C8-61DC040E81E8}"/>
              </a:ext>
            </a:extLst>
          </p:cNvPr>
          <p:cNvSpPr txBox="1"/>
          <p:nvPr/>
        </p:nvSpPr>
        <p:spPr>
          <a:xfrm>
            <a:off x="1751521" y="1889055"/>
            <a:ext cx="8688981" cy="1305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sz="3200" b="1" dirty="0">
                <a:latin typeface="Cambria" panose="02040503050406030204" pitchFamily="18" charset="0"/>
              </a:rPr>
              <a:t>Where and When People Ride:</a:t>
            </a:r>
          </a:p>
          <a:p>
            <a:pPr algn="ctr">
              <a:lnSpc>
                <a:spcPct val="130000"/>
              </a:lnSpc>
            </a:pPr>
            <a:r>
              <a:rPr lang="en-US" sz="3200" b="1" dirty="0">
                <a:latin typeface="Cambria" panose="02040503050406030204" pitchFamily="18" charset="0"/>
              </a:rPr>
              <a:t>Spatial Patterns of Seoul’s Public Bike System</a:t>
            </a:r>
          </a:p>
        </p:txBody>
      </p:sp>
      <p:sp>
        <p:nvSpPr>
          <p:cNvPr id="3" name="TextBox 2">
            <a:extLst>
              <a:ext uri="{FF2B5EF4-FFF2-40B4-BE49-F238E27FC236}">
                <a16:creationId xmlns:a16="http://schemas.microsoft.com/office/drawing/2014/main" id="{8C93F06F-561C-E3FE-4154-51AB59CF4689}"/>
              </a:ext>
            </a:extLst>
          </p:cNvPr>
          <p:cNvSpPr txBox="1"/>
          <p:nvPr/>
        </p:nvSpPr>
        <p:spPr>
          <a:xfrm>
            <a:off x="544061" y="5471160"/>
            <a:ext cx="2757486" cy="773994"/>
          </a:xfrm>
          <a:prstGeom prst="rect">
            <a:avLst/>
          </a:prstGeom>
          <a:noFill/>
        </p:spPr>
        <p:txBody>
          <a:bodyPr wrap="none" rtlCol="0">
            <a:spAutoFit/>
          </a:bodyPr>
          <a:lstStyle/>
          <a:p>
            <a:pPr>
              <a:lnSpc>
                <a:spcPct val="130000"/>
              </a:lnSpc>
            </a:pPr>
            <a:r>
              <a:rPr lang="en-US" dirty="0">
                <a:latin typeface="Arial Narrow" panose="020B0604020202020204" pitchFamily="34" charset="0"/>
                <a:cs typeface="Arial Narrow" panose="020B0604020202020204" pitchFamily="34" charset="0"/>
              </a:rPr>
              <a:t>GEOG 8005</a:t>
            </a:r>
          </a:p>
          <a:p>
            <a:pPr>
              <a:lnSpc>
                <a:spcPct val="130000"/>
              </a:lnSpc>
            </a:pPr>
            <a:r>
              <a:rPr lang="en-US" dirty="0">
                <a:latin typeface="Arial Narrow" panose="020B0604020202020204" pitchFamily="34" charset="0"/>
                <a:cs typeface="Arial Narrow" panose="020B0604020202020204" pitchFamily="34" charset="0"/>
              </a:rPr>
              <a:t>Open-Source </a:t>
            </a:r>
            <a:r>
              <a:rPr lang="en-US" dirty="0" err="1">
                <a:latin typeface="Arial Narrow" panose="020B0604020202020204" pitchFamily="34" charset="0"/>
                <a:cs typeface="Arial Narrow" panose="020B0604020202020204" pitchFamily="34" charset="0"/>
              </a:rPr>
              <a:t>Geovisualization</a:t>
            </a:r>
            <a:endParaRPr lang="en-US" dirty="0">
              <a:latin typeface="Arial Narrow" panose="020B0604020202020204" pitchFamily="34" charset="0"/>
              <a:cs typeface="Arial Narrow" panose="020B0604020202020204" pitchFamily="34" charset="0"/>
            </a:endParaRPr>
          </a:p>
        </p:txBody>
      </p:sp>
      <p:sp>
        <p:nvSpPr>
          <p:cNvPr id="4" name="TextBox 3">
            <a:extLst>
              <a:ext uri="{FF2B5EF4-FFF2-40B4-BE49-F238E27FC236}">
                <a16:creationId xmlns:a16="http://schemas.microsoft.com/office/drawing/2014/main" id="{7627EF36-D8DC-3066-33F1-7541184923FA}"/>
              </a:ext>
            </a:extLst>
          </p:cNvPr>
          <p:cNvSpPr txBox="1"/>
          <p:nvPr/>
        </p:nvSpPr>
        <p:spPr>
          <a:xfrm>
            <a:off x="4484836" y="1071880"/>
            <a:ext cx="3222357" cy="413896"/>
          </a:xfrm>
          <a:prstGeom prst="rect">
            <a:avLst/>
          </a:prstGeom>
          <a:noFill/>
        </p:spPr>
        <p:txBody>
          <a:bodyPr wrap="none" rtlCol="0">
            <a:spAutoFit/>
          </a:bodyPr>
          <a:lstStyle/>
          <a:p>
            <a:pPr algn="ctr">
              <a:lnSpc>
                <a:spcPct val="130000"/>
              </a:lnSpc>
            </a:pPr>
            <a:r>
              <a:rPr lang="en-US" dirty="0">
                <a:latin typeface="Arial Narrow" panose="020B0604020202020204" pitchFamily="34" charset="0"/>
                <a:cs typeface="Arial Narrow" panose="020B0604020202020204" pitchFamily="34" charset="0"/>
              </a:rPr>
              <a:t>Static </a:t>
            </a:r>
            <a:r>
              <a:rPr lang="en-US" dirty="0" err="1">
                <a:latin typeface="Arial Narrow" panose="020B0604020202020204" pitchFamily="34" charset="0"/>
                <a:cs typeface="Arial Narrow" panose="020B0604020202020204" pitchFamily="34" charset="0"/>
              </a:rPr>
              <a:t>Geovisualization</a:t>
            </a:r>
            <a:r>
              <a:rPr lang="en-US" dirty="0">
                <a:latin typeface="Arial Narrow" panose="020B0604020202020204" pitchFamily="34" charset="0"/>
                <a:cs typeface="Arial Narrow" panose="020B0604020202020204" pitchFamily="34" charset="0"/>
              </a:rPr>
              <a:t> Presentation</a:t>
            </a:r>
          </a:p>
        </p:txBody>
      </p:sp>
    </p:spTree>
    <p:extLst>
      <p:ext uri="{BB962C8B-B14F-4D97-AF65-F5344CB8AC3E}">
        <p14:creationId xmlns:p14="http://schemas.microsoft.com/office/powerpoint/2010/main" val="75800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04AFF2F-4F44-9F8C-D307-CE361E0028C5}"/>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A9BC92A-099E-8918-E2CB-B2D878142810}"/>
              </a:ext>
            </a:extLst>
          </p:cNvPr>
          <p:cNvPicPr>
            <a:picLocks noChangeAspect="1"/>
          </p:cNvPicPr>
          <p:nvPr/>
        </p:nvPicPr>
        <p:blipFill>
          <a:blip r:embed="rId4"/>
          <a:stretch>
            <a:fillRect/>
          </a:stretch>
        </p:blipFill>
        <p:spPr>
          <a:xfrm>
            <a:off x="6780977" y="4062143"/>
            <a:ext cx="4142481" cy="1894055"/>
          </a:xfrm>
          <a:prstGeom prst="rect">
            <a:avLst/>
          </a:prstGeom>
        </p:spPr>
      </p:pic>
      <p:pic>
        <p:nvPicPr>
          <p:cNvPr id="11" name="Picture 10">
            <a:extLst>
              <a:ext uri="{FF2B5EF4-FFF2-40B4-BE49-F238E27FC236}">
                <a16:creationId xmlns:a16="http://schemas.microsoft.com/office/drawing/2014/main" id="{C4BA91AD-02D8-656C-9372-647F026F6F13}"/>
              </a:ext>
            </a:extLst>
          </p:cNvPr>
          <p:cNvPicPr>
            <a:picLocks noChangeAspect="1"/>
          </p:cNvPicPr>
          <p:nvPr/>
        </p:nvPicPr>
        <p:blipFill>
          <a:blip r:embed="rId5"/>
          <a:stretch>
            <a:fillRect/>
          </a:stretch>
        </p:blipFill>
        <p:spPr>
          <a:xfrm>
            <a:off x="6780977" y="2529628"/>
            <a:ext cx="4142481" cy="1372229"/>
          </a:xfrm>
          <a:prstGeom prst="rect">
            <a:avLst/>
          </a:prstGeom>
        </p:spPr>
      </p:pic>
      <p:sp>
        <p:nvSpPr>
          <p:cNvPr id="4" name="TextBox 3">
            <a:extLst>
              <a:ext uri="{FF2B5EF4-FFF2-40B4-BE49-F238E27FC236}">
                <a16:creationId xmlns:a16="http://schemas.microsoft.com/office/drawing/2014/main" id="{222F62DB-A40A-F1C9-A0D5-FA626B392DB0}"/>
              </a:ext>
            </a:extLst>
          </p:cNvPr>
          <p:cNvSpPr txBox="1"/>
          <p:nvPr/>
        </p:nvSpPr>
        <p:spPr>
          <a:xfrm>
            <a:off x="54000" y="54000"/>
            <a:ext cx="2232021" cy="461665"/>
          </a:xfrm>
          <a:prstGeom prst="rect">
            <a:avLst/>
          </a:prstGeom>
          <a:noFill/>
        </p:spPr>
        <p:txBody>
          <a:bodyPr wrap="none" rtlCol="0">
            <a:spAutoFit/>
          </a:bodyPr>
          <a:lstStyle/>
          <a:p>
            <a:r>
              <a:rPr lang="en-US" sz="2400" b="1" dirty="0">
                <a:latin typeface="Cambria" panose="02040503050406030204" pitchFamily="18" charset="0"/>
              </a:rPr>
              <a:t>I. Introduction</a:t>
            </a:r>
          </a:p>
        </p:txBody>
      </p:sp>
      <p:sp>
        <p:nvSpPr>
          <p:cNvPr id="3" name="Slide Number Placeholder 2">
            <a:extLst>
              <a:ext uri="{FF2B5EF4-FFF2-40B4-BE49-F238E27FC236}">
                <a16:creationId xmlns:a16="http://schemas.microsoft.com/office/drawing/2014/main" id="{FED7A576-6434-8B0A-BA13-F6CBC8F97DB8}"/>
              </a:ext>
            </a:extLst>
          </p:cNvPr>
          <p:cNvSpPr>
            <a:spLocks noGrp="1"/>
          </p:cNvSpPr>
          <p:nvPr>
            <p:ph type="sldNum" sz="quarter" idx="12"/>
          </p:nvPr>
        </p:nvSpPr>
        <p:spPr/>
        <p:txBody>
          <a:bodyPr/>
          <a:lstStyle/>
          <a:p>
            <a:fld id="{34669F9B-C74E-1E47-8F30-C84D54984EEE}" type="slidenum">
              <a:rPr lang="en-US" smtClean="0"/>
              <a:t>1</a:t>
            </a:fld>
            <a:endParaRPr lang="en-US"/>
          </a:p>
        </p:txBody>
      </p:sp>
      <p:pic>
        <p:nvPicPr>
          <p:cNvPr id="1026" name="Picture 2" descr="전동킥보드 가고 전기자전거 온다! 따릉이와 차이점은? | 서울시 - 내 손안에 서울">
            <a:extLst>
              <a:ext uri="{FF2B5EF4-FFF2-40B4-BE49-F238E27FC236}">
                <a16:creationId xmlns:a16="http://schemas.microsoft.com/office/drawing/2014/main" id="{BEDE6D17-2BAE-E5C2-D155-94A3264D33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79" y="910309"/>
            <a:ext cx="4342257" cy="281104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B8B08A6-FAF4-CDCA-C801-2B9FFC785B79}"/>
              </a:ext>
            </a:extLst>
          </p:cNvPr>
          <p:cNvSpPr txBox="1"/>
          <p:nvPr/>
        </p:nvSpPr>
        <p:spPr>
          <a:xfrm>
            <a:off x="259079" y="3721349"/>
            <a:ext cx="1289135" cy="253916"/>
          </a:xfrm>
          <a:prstGeom prst="rect">
            <a:avLst/>
          </a:prstGeom>
          <a:noFill/>
        </p:spPr>
        <p:txBody>
          <a:bodyPr wrap="none" rtlCol="0">
            <a:spAutoFit/>
          </a:bodyPr>
          <a:lstStyle/>
          <a:p>
            <a:r>
              <a:rPr lang="en-US" altLang="ko-KR" sz="1050" dirty="0">
                <a:latin typeface="Arial Narrow" panose="020B0604020202020204" pitchFamily="34" charset="0"/>
                <a:cs typeface="Arial Narrow" panose="020B0604020202020204" pitchFamily="34" charset="0"/>
              </a:rPr>
              <a:t>(Source: </a:t>
            </a:r>
            <a:r>
              <a:rPr lang="en-US" altLang="ko-KR" sz="1050" dirty="0">
                <a:latin typeface="Arial Narrow" panose="020B0604020202020204" pitchFamily="34" charset="0"/>
                <a:cs typeface="Arial Narrow" panose="020B0604020202020204" pitchFamily="34" charset="0"/>
                <a:hlinkClick r:id="rId7"/>
              </a:rPr>
              <a:t>City of Seoul</a:t>
            </a:r>
            <a:r>
              <a:rPr lang="en-US" altLang="ko-KR" sz="1050" dirty="0">
                <a:latin typeface="Arial Narrow" panose="020B0604020202020204" pitchFamily="34" charset="0"/>
                <a:cs typeface="Arial Narrow" panose="020B0604020202020204" pitchFamily="34" charset="0"/>
              </a:rPr>
              <a:t>)</a:t>
            </a:r>
            <a:endParaRPr lang="en-US" sz="1050" dirty="0">
              <a:latin typeface="Arial Narrow" panose="020B0604020202020204" pitchFamily="34" charset="0"/>
              <a:cs typeface="Arial Narrow" panose="020B0604020202020204" pitchFamily="34" charset="0"/>
            </a:endParaRPr>
          </a:p>
        </p:txBody>
      </p:sp>
      <p:sp>
        <p:nvSpPr>
          <p:cNvPr id="5" name="TextBox 4">
            <a:extLst>
              <a:ext uri="{FF2B5EF4-FFF2-40B4-BE49-F238E27FC236}">
                <a16:creationId xmlns:a16="http://schemas.microsoft.com/office/drawing/2014/main" id="{01019EE0-CF81-F659-D5B9-AF6E93FD43BF}"/>
              </a:ext>
            </a:extLst>
          </p:cNvPr>
          <p:cNvSpPr txBox="1"/>
          <p:nvPr/>
        </p:nvSpPr>
        <p:spPr>
          <a:xfrm>
            <a:off x="259079" y="474136"/>
            <a:ext cx="5168403" cy="400110"/>
          </a:xfrm>
          <a:prstGeom prst="rect">
            <a:avLst/>
          </a:prstGeom>
          <a:noFill/>
        </p:spPr>
        <p:txBody>
          <a:bodyPr wrap="none" rtlCol="0">
            <a:spAutoFit/>
          </a:bodyPr>
          <a:lstStyle/>
          <a:p>
            <a:r>
              <a:rPr lang="en-US" sz="2000" b="1" dirty="0">
                <a:latin typeface="Arial Narrow" panose="020B0604020202020204" pitchFamily="34" charset="0"/>
                <a:cs typeface="Arial Narrow" panose="020B0604020202020204" pitchFamily="34" charset="0"/>
              </a:rPr>
              <a:t>Public bike-sharing system in Seoul, South Korea</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0B67C1D-33B4-203F-ED54-6919A742EC30}"/>
                  </a:ext>
                </a:extLst>
              </p:cNvPr>
              <p:cNvSpPr txBox="1"/>
              <p:nvPr/>
            </p:nvSpPr>
            <p:spPr>
              <a:xfrm>
                <a:off x="259079" y="4062143"/>
                <a:ext cx="3701654" cy="1742785"/>
              </a:xfrm>
              <a:prstGeom prst="rect">
                <a:avLst/>
              </a:prstGeom>
              <a:noFill/>
            </p:spPr>
            <p:txBody>
              <a:bodyPr wrap="none" rtlCol="0">
                <a:spAutoFit/>
              </a:bodyPr>
              <a:lstStyle/>
              <a:p>
                <a:pPr marL="285750" indent="-285750">
                  <a:lnSpc>
                    <a:spcPct val="130000"/>
                  </a:lnSpc>
                  <a:buFont typeface="Arial" panose="020B0604020202020204" pitchFamily="34" charset="0"/>
                  <a:buChar char="•"/>
                </a:pPr>
                <a:r>
                  <a:rPr lang="en-US" sz="1400" dirty="0">
                    <a:latin typeface="Arial Narrow" panose="020B0604020202020204" pitchFamily="34" charset="0"/>
                    <a:cs typeface="Arial Narrow" panose="020B0604020202020204" pitchFamily="34" charset="0"/>
                  </a:rPr>
                  <a:t>Name: </a:t>
                </a:r>
                <a:r>
                  <a:rPr lang="en-US" sz="1400" dirty="0" err="1">
                    <a:latin typeface="Arial Narrow" panose="020B0604020202020204" pitchFamily="34" charset="0"/>
                    <a:cs typeface="Arial Narrow" panose="020B0604020202020204" pitchFamily="34" charset="0"/>
                  </a:rPr>
                  <a:t>Ddareung-i</a:t>
                </a:r>
                <a:r>
                  <a:rPr lang="en-US" sz="1400" dirty="0">
                    <a:latin typeface="Arial Narrow" panose="020B0604020202020204" pitchFamily="34" charset="0"/>
                    <a:cs typeface="Arial Narrow" panose="020B0604020202020204" pitchFamily="34" charset="0"/>
                  </a:rPr>
                  <a:t> (</a:t>
                </a:r>
                <a:r>
                  <a:rPr lang="ko-KR" altLang="en-US" sz="1400" dirty="0" err="1">
                    <a:latin typeface="Arial Narrow" panose="020B0604020202020204" pitchFamily="34" charset="0"/>
                    <a:cs typeface="Arial Narrow" panose="020B0604020202020204" pitchFamily="34" charset="0"/>
                  </a:rPr>
                  <a:t>따릉이</a:t>
                </a:r>
                <a:r>
                  <a:rPr lang="en-US" altLang="ko-KR" sz="1400" dirty="0">
                    <a:latin typeface="Arial Narrow" panose="020B0604020202020204" pitchFamily="34" charset="0"/>
                    <a:cs typeface="Arial Narrow" panose="020B0604020202020204" pitchFamily="34" charset="0"/>
                  </a:rPr>
                  <a:t>)</a:t>
                </a:r>
              </a:p>
              <a:p>
                <a:pPr marL="285750" indent="-285750">
                  <a:lnSpc>
                    <a:spcPct val="130000"/>
                  </a:lnSpc>
                  <a:buFont typeface="Arial" panose="020B0604020202020204" pitchFamily="34" charset="0"/>
                  <a:buChar char="•"/>
                </a:pPr>
                <a:r>
                  <a:rPr lang="en-US" sz="1400" dirty="0">
                    <a:latin typeface="Arial Narrow" panose="020B0604020202020204" pitchFamily="34" charset="0"/>
                    <a:cs typeface="Arial Narrow" panose="020B0604020202020204" pitchFamily="34" charset="0"/>
                  </a:rPr>
                  <a:t>Launched in October 2015</a:t>
                </a:r>
              </a:p>
              <a:p>
                <a:pPr marL="285750" indent="-285750">
                  <a:lnSpc>
                    <a:spcPct val="130000"/>
                  </a:lnSpc>
                  <a:buFont typeface="Arial" panose="020B0604020202020204" pitchFamily="34" charset="0"/>
                  <a:buChar char="•"/>
                </a:pPr>
                <a:r>
                  <a:rPr lang="en-US" sz="1400" dirty="0">
                    <a:latin typeface="Arial Narrow" panose="020B0604020202020204" pitchFamily="34" charset="0"/>
                    <a:cs typeface="Arial Narrow" panose="020B0604020202020204" pitchFamily="34" charset="0"/>
                  </a:rPr>
                  <a:t>Managed by Seoul Metropolitan Government</a:t>
                </a:r>
              </a:p>
              <a:p>
                <a:pPr marL="285750" indent="-285750">
                  <a:lnSpc>
                    <a:spcPct val="130000"/>
                  </a:lnSpc>
                  <a:buFont typeface="Arial" panose="020B0604020202020204" pitchFamily="34" charset="0"/>
                  <a:buChar char="•"/>
                </a:pPr>
                <a:r>
                  <a:rPr lang="en-US" sz="1400" dirty="0">
                    <a:latin typeface="Arial Narrow" panose="020B0604020202020204" pitchFamily="34" charset="0"/>
                    <a:cs typeface="Arial Narrow" panose="020B0604020202020204" pitchFamily="34" charset="0"/>
                  </a:rPr>
                  <a:t>Dock-based (3,329 bike stations as of Dec 2025)</a:t>
                </a:r>
              </a:p>
              <a:p>
                <a:pPr marL="285750" indent="-285750">
                  <a:lnSpc>
                    <a:spcPct val="130000"/>
                  </a:lnSpc>
                  <a:buFont typeface="Arial" panose="020B0604020202020204" pitchFamily="34" charset="0"/>
                  <a:buChar char="•"/>
                </a:pPr>
                <a14:m>
                  <m:oMath xmlns:m="http://schemas.openxmlformats.org/officeDocument/2006/math">
                    <m:r>
                      <a:rPr lang="en-US" sz="1400" i="1" smtClean="0">
                        <a:latin typeface="Cambria Math" panose="02040503050406030204" pitchFamily="18" charset="0"/>
                        <a:ea typeface="Cambria Math" panose="02040503050406030204" pitchFamily="18" charset="0"/>
                        <a:cs typeface="Arial Narrow" panose="020B0604020202020204" pitchFamily="34" charset="0"/>
                      </a:rPr>
                      <m:t>≈</m:t>
                    </m:r>
                  </m:oMath>
                </a14:m>
                <a:r>
                  <a:rPr lang="en-US" sz="1400" dirty="0">
                    <a:latin typeface="Arial Narrow" panose="020B0604020202020204" pitchFamily="34" charset="0"/>
                    <a:cs typeface="Arial Narrow" panose="020B0604020202020204" pitchFamily="34" charset="0"/>
                  </a:rPr>
                  <a:t> 45,000 bikes across Seoul</a:t>
                </a:r>
              </a:p>
              <a:p>
                <a:pPr marL="285750" indent="-285750">
                  <a:lnSpc>
                    <a:spcPct val="130000"/>
                  </a:lnSpc>
                  <a:buFont typeface="Arial" panose="020B0604020202020204" pitchFamily="34" charset="0"/>
                  <a:buChar char="•"/>
                </a:pPr>
                <a:r>
                  <a:rPr lang="en-US" sz="1400" dirty="0">
                    <a:latin typeface="Arial Narrow" panose="020B0604020202020204" pitchFamily="34" charset="0"/>
                    <a:cs typeface="Arial Narrow" panose="020B0604020202020204" pitchFamily="34" charset="0"/>
                  </a:rPr>
                  <a:t>1,000 KRW (</a:t>
                </a:r>
                <a14:m>
                  <m:oMath xmlns:m="http://schemas.openxmlformats.org/officeDocument/2006/math">
                    <m:r>
                      <a:rPr lang="en-US" sz="1400" i="1">
                        <a:latin typeface="Cambria Math" panose="02040503050406030204" pitchFamily="18" charset="0"/>
                        <a:ea typeface="Cambria Math" panose="02040503050406030204" pitchFamily="18" charset="0"/>
                        <a:cs typeface="Arial Narrow" panose="020B0604020202020204" pitchFamily="34" charset="0"/>
                      </a:rPr>
                      <m:t>≈</m:t>
                    </m:r>
                  </m:oMath>
                </a14:m>
                <a:r>
                  <a:rPr lang="en-US" sz="1400" dirty="0">
                    <a:latin typeface="Arial Narrow" panose="020B0604020202020204" pitchFamily="34" charset="0"/>
                    <a:cs typeface="Arial Narrow" panose="020B0604020202020204" pitchFamily="34" charset="0"/>
                  </a:rPr>
                  <a:t> 0.69 USD) per hour</a:t>
                </a:r>
              </a:p>
            </p:txBody>
          </p:sp>
        </mc:Choice>
        <mc:Fallback xmlns="">
          <p:sp>
            <p:nvSpPr>
              <p:cNvPr id="6" name="TextBox 5">
                <a:extLst>
                  <a:ext uri="{FF2B5EF4-FFF2-40B4-BE49-F238E27FC236}">
                    <a16:creationId xmlns:a16="http://schemas.microsoft.com/office/drawing/2014/main" id="{30B67C1D-33B4-203F-ED54-6919A742EC30}"/>
                  </a:ext>
                </a:extLst>
              </p:cNvPr>
              <p:cNvSpPr txBox="1">
                <a:spLocks noRot="1" noChangeAspect="1" noMove="1" noResize="1" noEditPoints="1" noAdjustHandles="1" noChangeArrowheads="1" noChangeShapeType="1" noTextEdit="1"/>
              </p:cNvSpPr>
              <p:nvPr/>
            </p:nvSpPr>
            <p:spPr>
              <a:xfrm>
                <a:off x="259079" y="4062143"/>
                <a:ext cx="3701654" cy="1742785"/>
              </a:xfrm>
              <a:prstGeom prst="rect">
                <a:avLst/>
              </a:prstGeom>
              <a:blipFill>
                <a:blip r:embed="rId8"/>
                <a:stretch>
                  <a:fillRect l="-342" b="-362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CD44C40E-16CB-7451-5230-9E0FAE2AB68F}"/>
              </a:ext>
            </a:extLst>
          </p:cNvPr>
          <p:cNvPicPr>
            <a:picLocks noChangeAspect="1"/>
          </p:cNvPicPr>
          <p:nvPr/>
        </p:nvPicPr>
        <p:blipFill>
          <a:blip r:embed="rId9"/>
          <a:stretch>
            <a:fillRect/>
          </a:stretch>
        </p:blipFill>
        <p:spPr>
          <a:xfrm>
            <a:off x="6868477" y="582507"/>
            <a:ext cx="3967480" cy="1786835"/>
          </a:xfrm>
          <a:prstGeom prst="rect">
            <a:avLst/>
          </a:prstGeom>
        </p:spPr>
      </p:pic>
      <p:sp>
        <p:nvSpPr>
          <p:cNvPr id="14" name="Rectangle 13">
            <a:extLst>
              <a:ext uri="{FF2B5EF4-FFF2-40B4-BE49-F238E27FC236}">
                <a16:creationId xmlns:a16="http://schemas.microsoft.com/office/drawing/2014/main" id="{5E783421-0166-BBB6-5339-7E41D1DC8E22}"/>
              </a:ext>
            </a:extLst>
          </p:cNvPr>
          <p:cNvSpPr/>
          <p:nvPr/>
        </p:nvSpPr>
        <p:spPr>
          <a:xfrm>
            <a:off x="6868477" y="1334347"/>
            <a:ext cx="3914670" cy="7992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29B7109-DD76-C596-CB87-4A0C91AC62FC}"/>
              </a:ext>
            </a:extLst>
          </p:cNvPr>
          <p:cNvSpPr/>
          <p:nvPr/>
        </p:nvSpPr>
        <p:spPr>
          <a:xfrm>
            <a:off x="6780977" y="3502230"/>
            <a:ext cx="4002170" cy="1892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766F0BC-8797-4F61-E659-0511C680B9C2}"/>
              </a:ext>
            </a:extLst>
          </p:cNvPr>
          <p:cNvSpPr/>
          <p:nvPr/>
        </p:nvSpPr>
        <p:spPr>
          <a:xfrm>
            <a:off x="6780977" y="4874459"/>
            <a:ext cx="3805743" cy="7880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348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71A050D-F8BF-89B9-CB43-AD03712A1E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511E62-1009-32A9-1CA1-FD2E1BE77BC6}"/>
              </a:ext>
            </a:extLst>
          </p:cNvPr>
          <p:cNvSpPr txBox="1"/>
          <p:nvPr/>
        </p:nvSpPr>
        <p:spPr>
          <a:xfrm>
            <a:off x="54000" y="54000"/>
            <a:ext cx="2232021" cy="461665"/>
          </a:xfrm>
          <a:prstGeom prst="rect">
            <a:avLst/>
          </a:prstGeom>
          <a:noFill/>
        </p:spPr>
        <p:txBody>
          <a:bodyPr wrap="none" rtlCol="0">
            <a:spAutoFit/>
          </a:bodyPr>
          <a:lstStyle/>
          <a:p>
            <a:r>
              <a:rPr lang="en-US" sz="2400" b="1" dirty="0">
                <a:latin typeface="Cambria" panose="02040503050406030204" pitchFamily="18" charset="0"/>
              </a:rPr>
              <a:t>I. Introduction</a:t>
            </a:r>
          </a:p>
        </p:txBody>
      </p:sp>
      <p:sp>
        <p:nvSpPr>
          <p:cNvPr id="3" name="Slide Number Placeholder 2">
            <a:extLst>
              <a:ext uri="{FF2B5EF4-FFF2-40B4-BE49-F238E27FC236}">
                <a16:creationId xmlns:a16="http://schemas.microsoft.com/office/drawing/2014/main" id="{7206FE52-FA69-38C8-9D58-9DE3F9C4BC1B}"/>
              </a:ext>
            </a:extLst>
          </p:cNvPr>
          <p:cNvSpPr>
            <a:spLocks noGrp="1"/>
          </p:cNvSpPr>
          <p:nvPr>
            <p:ph type="sldNum" sz="quarter" idx="12"/>
          </p:nvPr>
        </p:nvSpPr>
        <p:spPr/>
        <p:txBody>
          <a:bodyPr/>
          <a:lstStyle/>
          <a:p>
            <a:fld id="{34669F9B-C74E-1E47-8F30-C84D54984EEE}" type="slidenum">
              <a:rPr lang="en-US" smtClean="0"/>
              <a:t>2</a:t>
            </a:fld>
            <a:endParaRPr lang="en-US"/>
          </a:p>
        </p:txBody>
      </p:sp>
      <p:sp>
        <p:nvSpPr>
          <p:cNvPr id="2" name="TextBox 1">
            <a:extLst>
              <a:ext uri="{FF2B5EF4-FFF2-40B4-BE49-F238E27FC236}">
                <a16:creationId xmlns:a16="http://schemas.microsoft.com/office/drawing/2014/main" id="{4069CBC1-28CF-F92A-9788-54852102B39A}"/>
              </a:ext>
            </a:extLst>
          </p:cNvPr>
          <p:cNvSpPr txBox="1"/>
          <p:nvPr/>
        </p:nvSpPr>
        <p:spPr>
          <a:xfrm>
            <a:off x="259079" y="474136"/>
            <a:ext cx="1953933" cy="400110"/>
          </a:xfrm>
          <a:prstGeom prst="rect">
            <a:avLst/>
          </a:prstGeom>
          <a:noFill/>
        </p:spPr>
        <p:txBody>
          <a:bodyPr wrap="none" rtlCol="0">
            <a:spAutoFit/>
          </a:bodyPr>
          <a:lstStyle/>
          <a:p>
            <a:r>
              <a:rPr lang="en-US" sz="2000" b="1" dirty="0">
                <a:latin typeface="Arial Narrow" panose="020B0604020202020204" pitchFamily="34" charset="0"/>
                <a:cs typeface="Arial Narrow" panose="020B0604020202020204" pitchFamily="34" charset="0"/>
              </a:rPr>
              <a:t>Visualization goal</a:t>
            </a:r>
          </a:p>
        </p:txBody>
      </p:sp>
      <p:sp>
        <p:nvSpPr>
          <p:cNvPr id="5" name="TextBox 4">
            <a:extLst>
              <a:ext uri="{FF2B5EF4-FFF2-40B4-BE49-F238E27FC236}">
                <a16:creationId xmlns:a16="http://schemas.microsoft.com/office/drawing/2014/main" id="{B5CB7E5F-4F54-F4EF-0CF8-BC1AC57FEAA6}"/>
              </a:ext>
            </a:extLst>
          </p:cNvPr>
          <p:cNvSpPr txBox="1"/>
          <p:nvPr/>
        </p:nvSpPr>
        <p:spPr>
          <a:xfrm>
            <a:off x="548640" y="955828"/>
            <a:ext cx="10334496"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Arial Narrow" panose="020B0604020202020204" pitchFamily="34" charset="0"/>
                <a:cs typeface="Arial Narrow" panose="020B0604020202020204" pitchFamily="34" charset="0"/>
              </a:rPr>
              <a:t>To reveal how Seoul’s public bike system exhibits spatial concentration and functional differentiation across time and station locations</a:t>
            </a:r>
          </a:p>
        </p:txBody>
      </p:sp>
    </p:spTree>
    <p:extLst>
      <p:ext uri="{BB962C8B-B14F-4D97-AF65-F5344CB8AC3E}">
        <p14:creationId xmlns:p14="http://schemas.microsoft.com/office/powerpoint/2010/main" val="2018831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2EF0EE5-CE54-C7F8-E1A3-8EBDD8EEA7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616C38-7FA1-39AA-D5AB-9D20D117C16A}"/>
              </a:ext>
            </a:extLst>
          </p:cNvPr>
          <p:cNvSpPr txBox="1"/>
          <p:nvPr/>
        </p:nvSpPr>
        <p:spPr>
          <a:xfrm>
            <a:off x="54000" y="54000"/>
            <a:ext cx="2229136" cy="461665"/>
          </a:xfrm>
          <a:prstGeom prst="rect">
            <a:avLst/>
          </a:prstGeom>
          <a:noFill/>
        </p:spPr>
        <p:txBody>
          <a:bodyPr wrap="none" rtlCol="0">
            <a:spAutoFit/>
          </a:bodyPr>
          <a:lstStyle/>
          <a:p>
            <a:r>
              <a:rPr lang="en-US" sz="2400" b="1" dirty="0">
                <a:latin typeface="Cambria" panose="02040503050406030204" pitchFamily="18" charset="0"/>
              </a:rPr>
              <a:t>II. Data Source</a:t>
            </a:r>
          </a:p>
        </p:txBody>
      </p:sp>
      <p:sp>
        <p:nvSpPr>
          <p:cNvPr id="3" name="Slide Number Placeholder 2">
            <a:extLst>
              <a:ext uri="{FF2B5EF4-FFF2-40B4-BE49-F238E27FC236}">
                <a16:creationId xmlns:a16="http://schemas.microsoft.com/office/drawing/2014/main" id="{C7CF020D-B580-9D33-A283-9E0CF8C27D48}"/>
              </a:ext>
            </a:extLst>
          </p:cNvPr>
          <p:cNvSpPr>
            <a:spLocks noGrp="1"/>
          </p:cNvSpPr>
          <p:nvPr>
            <p:ph type="sldNum" sz="quarter" idx="12"/>
          </p:nvPr>
        </p:nvSpPr>
        <p:spPr/>
        <p:txBody>
          <a:bodyPr/>
          <a:lstStyle/>
          <a:p>
            <a:fld id="{34669F9B-C74E-1E47-8F30-C84D54984EEE}" type="slidenum">
              <a:rPr lang="en-US" smtClean="0"/>
              <a:t>3</a:t>
            </a:fld>
            <a:endParaRPr lang="en-US"/>
          </a:p>
        </p:txBody>
      </p:sp>
      <p:sp>
        <p:nvSpPr>
          <p:cNvPr id="2" name="TextBox 1">
            <a:extLst>
              <a:ext uri="{FF2B5EF4-FFF2-40B4-BE49-F238E27FC236}">
                <a16:creationId xmlns:a16="http://schemas.microsoft.com/office/drawing/2014/main" id="{77873C4F-673A-6C81-81AB-E7D56C50FF22}"/>
              </a:ext>
            </a:extLst>
          </p:cNvPr>
          <p:cNvSpPr txBox="1"/>
          <p:nvPr/>
        </p:nvSpPr>
        <p:spPr>
          <a:xfrm>
            <a:off x="259079" y="474136"/>
            <a:ext cx="1953933" cy="400110"/>
          </a:xfrm>
          <a:prstGeom prst="rect">
            <a:avLst/>
          </a:prstGeom>
          <a:noFill/>
        </p:spPr>
        <p:txBody>
          <a:bodyPr wrap="none" rtlCol="0">
            <a:spAutoFit/>
          </a:bodyPr>
          <a:lstStyle/>
          <a:p>
            <a:r>
              <a:rPr lang="en-US" sz="2000" b="1" dirty="0">
                <a:latin typeface="Arial Narrow" panose="020B0604020202020204" pitchFamily="34" charset="0"/>
                <a:cs typeface="Arial Narrow" panose="020B0604020202020204" pitchFamily="34" charset="0"/>
              </a:rPr>
              <a:t>Visualization goal</a:t>
            </a:r>
          </a:p>
        </p:txBody>
      </p:sp>
      <p:sp>
        <p:nvSpPr>
          <p:cNvPr id="5" name="TextBox 4">
            <a:extLst>
              <a:ext uri="{FF2B5EF4-FFF2-40B4-BE49-F238E27FC236}">
                <a16:creationId xmlns:a16="http://schemas.microsoft.com/office/drawing/2014/main" id="{19AF6433-D8DF-F87B-06DA-68A52832504A}"/>
              </a:ext>
            </a:extLst>
          </p:cNvPr>
          <p:cNvSpPr txBox="1"/>
          <p:nvPr/>
        </p:nvSpPr>
        <p:spPr>
          <a:xfrm>
            <a:off x="548640" y="955828"/>
            <a:ext cx="10334496" cy="338554"/>
          </a:xfrm>
          <a:prstGeom prst="rect">
            <a:avLst/>
          </a:prstGeom>
          <a:noFill/>
        </p:spPr>
        <p:txBody>
          <a:bodyPr wrap="none" rtlCol="0">
            <a:spAutoFit/>
          </a:bodyPr>
          <a:lstStyle/>
          <a:p>
            <a:pPr marL="285750" indent="-285750">
              <a:buFont typeface="Arial" panose="020B0604020202020204" pitchFamily="34" charset="0"/>
              <a:buChar char="•"/>
            </a:pPr>
            <a:r>
              <a:rPr lang="en-US" sz="1600" dirty="0">
                <a:latin typeface="Arial Narrow" panose="020B0604020202020204" pitchFamily="34" charset="0"/>
                <a:cs typeface="Arial Narrow" panose="020B0604020202020204" pitchFamily="34" charset="0"/>
              </a:rPr>
              <a:t>To reveal how Seoul’s public bike system exhibits spatial concentration and functional differentiation across time and station locations</a:t>
            </a:r>
          </a:p>
        </p:txBody>
      </p:sp>
      <p:graphicFrame>
        <p:nvGraphicFramePr>
          <p:cNvPr id="6" name="Table 5">
            <a:extLst>
              <a:ext uri="{FF2B5EF4-FFF2-40B4-BE49-F238E27FC236}">
                <a16:creationId xmlns:a16="http://schemas.microsoft.com/office/drawing/2014/main" id="{0E0E8C18-CD35-9FCA-A6E0-7DD0A993B769}"/>
              </a:ext>
            </a:extLst>
          </p:cNvPr>
          <p:cNvGraphicFramePr>
            <a:graphicFrameLocks noGrp="1"/>
          </p:cNvGraphicFramePr>
          <p:nvPr>
            <p:extLst>
              <p:ext uri="{D42A27DB-BD31-4B8C-83A1-F6EECF244321}">
                <p14:modId xmlns:p14="http://schemas.microsoft.com/office/powerpoint/2010/main" val="4031586274"/>
              </p:ext>
            </p:extLst>
          </p:nvPr>
        </p:nvGraphicFramePr>
        <p:xfrm>
          <a:off x="179494" y="1774598"/>
          <a:ext cx="11833011" cy="1854200"/>
        </p:xfrm>
        <a:graphic>
          <a:graphicData uri="http://schemas.openxmlformats.org/drawingml/2006/table">
            <a:tbl>
              <a:tblPr firstRow="1" bandRow="1">
                <a:tableStyleId>{5C22544A-7EE6-4342-B048-85BDC9FD1C3A}</a:tableStyleId>
              </a:tblPr>
              <a:tblGrid>
                <a:gridCol w="3944337">
                  <a:extLst>
                    <a:ext uri="{9D8B030D-6E8A-4147-A177-3AD203B41FA5}">
                      <a16:colId xmlns:a16="http://schemas.microsoft.com/office/drawing/2014/main" val="1151303394"/>
                    </a:ext>
                  </a:extLst>
                </a:gridCol>
                <a:gridCol w="3299741">
                  <a:extLst>
                    <a:ext uri="{9D8B030D-6E8A-4147-A177-3AD203B41FA5}">
                      <a16:colId xmlns:a16="http://schemas.microsoft.com/office/drawing/2014/main" val="1636636468"/>
                    </a:ext>
                  </a:extLst>
                </a:gridCol>
                <a:gridCol w="4588933">
                  <a:extLst>
                    <a:ext uri="{9D8B030D-6E8A-4147-A177-3AD203B41FA5}">
                      <a16:colId xmlns:a16="http://schemas.microsoft.com/office/drawing/2014/main" val="506496334"/>
                    </a:ext>
                  </a:extLst>
                </a:gridCol>
              </a:tblGrid>
              <a:tr h="370840">
                <a:tc>
                  <a:txBody>
                    <a:bodyPr/>
                    <a:lstStyle/>
                    <a:p>
                      <a:pPr algn="ctr"/>
                      <a:r>
                        <a:rPr lang="en-US" sz="1400" b="1" i="0" dirty="0">
                          <a:solidFill>
                            <a:sysClr val="windowText" lastClr="000000"/>
                          </a:solidFill>
                          <a:latin typeface="Arial Narrow" panose="020B0604020202020204" pitchFamily="34" charset="0"/>
                          <a:cs typeface="Arial Narrow" panose="020B0604020202020204" pitchFamily="34"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ysClr val="windowText" lastClr="000000"/>
                          </a:solidFill>
                          <a:latin typeface="Arial Narrow" panose="020B0604020202020204" pitchFamily="34" charset="0"/>
                          <a:cs typeface="Arial Narrow" panose="020B0604020202020204" pitchFamily="34" charset="0"/>
                        </a:rPr>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i="0" dirty="0">
                          <a:solidFill>
                            <a:sysClr val="windowText" lastClr="000000"/>
                          </a:solidFill>
                          <a:latin typeface="Arial Narrow" panose="020B0604020202020204" pitchFamily="34" charset="0"/>
                          <a:cs typeface="Arial Narrow" panose="020B0604020202020204" pitchFamily="34" charset="0"/>
                        </a:rPr>
                        <a:t>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9560427"/>
                  </a:ext>
                </a:extLst>
              </a:tr>
              <a:tr h="370840">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Seoul administrative boundary (as of Jun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Vector (polygon)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Statistical Geographic Information Service, Korea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8908779"/>
                  </a:ext>
                </a:extLst>
              </a:tr>
              <a:tr h="370840">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Seoul stream network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Vector (polygon)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Ministry of Land, Infrastructure and Transport, Korea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54905512"/>
                  </a:ext>
                </a:extLst>
              </a:tr>
              <a:tr h="370840">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Public bike station locations (as of Dec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Tabular (XY coordinate included)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Seoul Open Data Plaza, Seoul Metropolitan Government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0242364"/>
                  </a:ext>
                </a:extLst>
              </a:tr>
              <a:tr h="370840">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Individual bike trip records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b="0" i="0" dirty="0">
                          <a:solidFill>
                            <a:sysClr val="windowText" lastClr="000000"/>
                          </a:solidFill>
                          <a:latin typeface="Arial Narrow" panose="020B0604020202020204" pitchFamily="34" charset="0"/>
                          <a:cs typeface="Arial Narrow" panose="020B0604020202020204" pitchFamily="34" charset="0"/>
                        </a:rPr>
                        <a:t>Tabular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sz="1400" b="0" i="0" dirty="0">
                        <a:solidFill>
                          <a:sysClr val="windowText" lastClr="000000"/>
                        </a:solidFill>
                        <a:latin typeface="Arial Narrow" panose="020B0604020202020204" pitchFamily="34" charset="0"/>
                        <a:cs typeface="Arial Narrow"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4769171"/>
                  </a:ext>
                </a:extLst>
              </a:tr>
            </a:tbl>
          </a:graphicData>
        </a:graphic>
      </p:graphicFrame>
      <p:sp>
        <p:nvSpPr>
          <p:cNvPr id="9" name="TextBox 8">
            <a:extLst>
              <a:ext uri="{FF2B5EF4-FFF2-40B4-BE49-F238E27FC236}">
                <a16:creationId xmlns:a16="http://schemas.microsoft.com/office/drawing/2014/main" id="{40E5D3BF-76C5-3B69-0019-EB75AA9C4018}"/>
              </a:ext>
            </a:extLst>
          </p:cNvPr>
          <p:cNvSpPr txBox="1"/>
          <p:nvPr/>
        </p:nvSpPr>
        <p:spPr>
          <a:xfrm>
            <a:off x="259079" y="1334435"/>
            <a:ext cx="641522" cy="400110"/>
          </a:xfrm>
          <a:prstGeom prst="rect">
            <a:avLst/>
          </a:prstGeom>
          <a:noFill/>
        </p:spPr>
        <p:txBody>
          <a:bodyPr wrap="none" rtlCol="0">
            <a:spAutoFit/>
          </a:bodyPr>
          <a:lstStyle/>
          <a:p>
            <a:r>
              <a:rPr lang="en-US" sz="2000" b="1" dirty="0">
                <a:latin typeface="Arial Narrow" panose="020B0604020202020204" pitchFamily="34" charset="0"/>
                <a:cs typeface="Arial Narrow" panose="020B0604020202020204" pitchFamily="34" charset="0"/>
              </a:rPr>
              <a:t>Data</a:t>
            </a:r>
          </a:p>
        </p:txBody>
      </p:sp>
      <p:pic>
        <p:nvPicPr>
          <p:cNvPr id="10" name="Picture 9" descr="A red dots on a black background&#10;&#10;AI-generated content may be incorrect.">
            <a:extLst>
              <a:ext uri="{FF2B5EF4-FFF2-40B4-BE49-F238E27FC236}">
                <a16:creationId xmlns:a16="http://schemas.microsoft.com/office/drawing/2014/main" id="{61F280EC-9C07-383A-F336-AC6B46FAC4FD}"/>
              </a:ext>
            </a:extLst>
          </p:cNvPr>
          <p:cNvPicPr>
            <a:picLocks noChangeAspect="1"/>
          </p:cNvPicPr>
          <p:nvPr/>
        </p:nvPicPr>
        <p:blipFill>
          <a:blip r:embed="rId4"/>
          <a:stretch>
            <a:fillRect/>
          </a:stretch>
        </p:blipFill>
        <p:spPr>
          <a:xfrm>
            <a:off x="2546422" y="3764750"/>
            <a:ext cx="2492908" cy="2137422"/>
          </a:xfrm>
          <a:prstGeom prst="rect">
            <a:avLst/>
          </a:prstGeom>
          <a:ln>
            <a:noFill/>
          </a:ln>
        </p:spPr>
      </p:pic>
      <p:pic>
        <p:nvPicPr>
          <p:cNvPr id="11" name="Picture 10" descr="A map of a city&#10;&#10;AI-generated content may be incorrect.">
            <a:extLst>
              <a:ext uri="{FF2B5EF4-FFF2-40B4-BE49-F238E27FC236}">
                <a16:creationId xmlns:a16="http://schemas.microsoft.com/office/drawing/2014/main" id="{6EC86260-E718-DEB8-32F2-56EE77D5CDBE}"/>
              </a:ext>
            </a:extLst>
          </p:cNvPr>
          <p:cNvPicPr>
            <a:picLocks noChangeAspect="1"/>
          </p:cNvPicPr>
          <p:nvPr/>
        </p:nvPicPr>
        <p:blipFill>
          <a:blip r:embed="rId5"/>
          <a:stretch>
            <a:fillRect/>
          </a:stretch>
        </p:blipFill>
        <p:spPr>
          <a:xfrm>
            <a:off x="7146396" y="3764750"/>
            <a:ext cx="2613978" cy="2137422"/>
          </a:xfrm>
          <a:prstGeom prst="rect">
            <a:avLst/>
          </a:prstGeom>
          <a:ln>
            <a:noFill/>
          </a:ln>
        </p:spPr>
      </p:pic>
      <p:sp>
        <p:nvSpPr>
          <p:cNvPr id="12" name="TextBox 11">
            <a:extLst>
              <a:ext uri="{FF2B5EF4-FFF2-40B4-BE49-F238E27FC236}">
                <a16:creationId xmlns:a16="http://schemas.microsoft.com/office/drawing/2014/main" id="{75FCCFBA-0261-5CBA-CE3F-4ECA90CA31C7}"/>
              </a:ext>
            </a:extLst>
          </p:cNvPr>
          <p:cNvSpPr txBox="1"/>
          <p:nvPr/>
        </p:nvSpPr>
        <p:spPr>
          <a:xfrm>
            <a:off x="3181171" y="5748282"/>
            <a:ext cx="1223413" cy="276999"/>
          </a:xfrm>
          <a:prstGeom prst="rect">
            <a:avLst/>
          </a:prstGeom>
          <a:noFill/>
        </p:spPr>
        <p:txBody>
          <a:bodyPr wrap="none" rtlCol="0">
            <a:spAutoFit/>
          </a:bodyPr>
          <a:lstStyle/>
          <a:p>
            <a:pPr algn="ctr"/>
            <a:r>
              <a:rPr lang="en-US" sz="1200" dirty="0">
                <a:latin typeface="Arial Narrow" panose="020B0604020202020204" pitchFamily="34" charset="0"/>
                <a:cs typeface="Arial Narrow" panose="020B0604020202020204" pitchFamily="34" charset="0"/>
              </a:rPr>
              <a:t>Bike station points</a:t>
            </a:r>
          </a:p>
        </p:txBody>
      </p:sp>
      <p:sp>
        <p:nvSpPr>
          <p:cNvPr id="13" name="TextBox 12">
            <a:extLst>
              <a:ext uri="{FF2B5EF4-FFF2-40B4-BE49-F238E27FC236}">
                <a16:creationId xmlns:a16="http://schemas.microsoft.com/office/drawing/2014/main" id="{515396FE-4154-A4BC-7C7D-374DDA07F127}"/>
              </a:ext>
            </a:extLst>
          </p:cNvPr>
          <p:cNvSpPr txBox="1"/>
          <p:nvPr/>
        </p:nvSpPr>
        <p:spPr>
          <a:xfrm>
            <a:off x="7561415" y="5748282"/>
            <a:ext cx="1783950" cy="276999"/>
          </a:xfrm>
          <a:prstGeom prst="rect">
            <a:avLst/>
          </a:prstGeom>
          <a:noFill/>
        </p:spPr>
        <p:txBody>
          <a:bodyPr wrap="none" rtlCol="0">
            <a:spAutoFit/>
          </a:bodyPr>
          <a:lstStyle/>
          <a:p>
            <a:pPr algn="ctr"/>
            <a:r>
              <a:rPr lang="en-US" sz="1200" dirty="0">
                <a:latin typeface="Arial Narrow" panose="020B0604020202020204" pitchFamily="34" charset="0"/>
                <a:cs typeface="Arial Narrow" panose="020B0604020202020204" pitchFamily="34" charset="0"/>
              </a:rPr>
              <a:t>Voronoi (Thiessen) polygons</a:t>
            </a:r>
          </a:p>
        </p:txBody>
      </p:sp>
      <p:sp>
        <p:nvSpPr>
          <p:cNvPr id="14" name="Right Arrow 13">
            <a:extLst>
              <a:ext uri="{FF2B5EF4-FFF2-40B4-BE49-F238E27FC236}">
                <a16:creationId xmlns:a16="http://schemas.microsoft.com/office/drawing/2014/main" id="{06929892-0589-F3FF-4142-2EBACDD74C94}"/>
              </a:ext>
            </a:extLst>
          </p:cNvPr>
          <p:cNvSpPr/>
          <p:nvPr/>
        </p:nvSpPr>
        <p:spPr>
          <a:xfrm>
            <a:off x="5577840" y="4889681"/>
            <a:ext cx="1036320" cy="284480"/>
          </a:xfrm>
          <a:prstGeom prst="rightArrow">
            <a:avLst/>
          </a:prstGeom>
          <a:solidFill>
            <a:schemeClr val="bg1"/>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19D2B2D-25E5-6080-A707-41155E12E5BE}"/>
              </a:ext>
            </a:extLst>
          </p:cNvPr>
          <p:cNvSpPr txBox="1"/>
          <p:nvPr/>
        </p:nvSpPr>
        <p:spPr>
          <a:xfrm>
            <a:off x="5271094" y="4476861"/>
            <a:ext cx="1649811" cy="307777"/>
          </a:xfrm>
          <a:prstGeom prst="rect">
            <a:avLst/>
          </a:prstGeom>
          <a:noFill/>
        </p:spPr>
        <p:txBody>
          <a:bodyPr wrap="none" rtlCol="0">
            <a:spAutoFit/>
          </a:bodyPr>
          <a:lstStyle/>
          <a:p>
            <a:pPr algn="ctr"/>
            <a:r>
              <a:rPr lang="en-US" sz="1400" dirty="0">
                <a:latin typeface="Arial Narrow" panose="020B0604020202020204" pitchFamily="34" charset="0"/>
                <a:cs typeface="Arial Narrow" panose="020B0604020202020204" pitchFamily="34" charset="0"/>
              </a:rPr>
              <a:t>Delineate service area</a:t>
            </a:r>
          </a:p>
        </p:txBody>
      </p:sp>
      <p:sp>
        <p:nvSpPr>
          <p:cNvPr id="16" name="TextBox 15">
            <a:extLst>
              <a:ext uri="{FF2B5EF4-FFF2-40B4-BE49-F238E27FC236}">
                <a16:creationId xmlns:a16="http://schemas.microsoft.com/office/drawing/2014/main" id="{CA32A977-2468-88BE-D4D7-A7FDF1CEE631}"/>
              </a:ext>
            </a:extLst>
          </p:cNvPr>
          <p:cNvSpPr txBox="1"/>
          <p:nvPr/>
        </p:nvSpPr>
        <p:spPr>
          <a:xfrm>
            <a:off x="259079" y="3764750"/>
            <a:ext cx="2890535" cy="400110"/>
          </a:xfrm>
          <a:prstGeom prst="rect">
            <a:avLst/>
          </a:prstGeom>
          <a:noFill/>
        </p:spPr>
        <p:txBody>
          <a:bodyPr wrap="none" rtlCol="0">
            <a:spAutoFit/>
          </a:bodyPr>
          <a:lstStyle/>
          <a:p>
            <a:r>
              <a:rPr lang="en-US" sz="2000" b="1" dirty="0">
                <a:latin typeface="Arial Narrow" panose="020B0604020202020204" pitchFamily="34" charset="0"/>
                <a:cs typeface="Arial Narrow" panose="020B0604020202020204" pitchFamily="34" charset="0"/>
              </a:rPr>
              <a:t>Spatial unit of visualization</a:t>
            </a:r>
          </a:p>
        </p:txBody>
      </p:sp>
    </p:spTree>
    <p:extLst>
      <p:ext uri="{BB962C8B-B14F-4D97-AF65-F5344CB8AC3E}">
        <p14:creationId xmlns:p14="http://schemas.microsoft.com/office/powerpoint/2010/main" val="131598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EA5A9E-CB68-DDEC-5018-F58FF28136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F5D750-1BE9-95BF-2F82-4400908B7F32}"/>
              </a:ext>
            </a:extLst>
          </p:cNvPr>
          <p:cNvSpPr txBox="1"/>
          <p:nvPr/>
        </p:nvSpPr>
        <p:spPr>
          <a:xfrm>
            <a:off x="54000" y="54000"/>
            <a:ext cx="2904962" cy="461665"/>
          </a:xfrm>
          <a:prstGeom prst="rect">
            <a:avLst/>
          </a:prstGeom>
          <a:noFill/>
        </p:spPr>
        <p:txBody>
          <a:bodyPr wrap="none" rtlCol="0">
            <a:spAutoFit/>
          </a:bodyPr>
          <a:lstStyle/>
          <a:p>
            <a:r>
              <a:rPr lang="en-US" sz="2400" b="1" dirty="0">
                <a:latin typeface="Cambria" panose="02040503050406030204" pitchFamily="18" charset="0"/>
              </a:rPr>
              <a:t>III. Data Processing</a:t>
            </a:r>
          </a:p>
        </p:txBody>
      </p:sp>
      <p:sp>
        <p:nvSpPr>
          <p:cNvPr id="3" name="Slide Number Placeholder 2">
            <a:extLst>
              <a:ext uri="{FF2B5EF4-FFF2-40B4-BE49-F238E27FC236}">
                <a16:creationId xmlns:a16="http://schemas.microsoft.com/office/drawing/2014/main" id="{303D42B8-F86B-DEAC-31AF-D680DD6BBAA9}"/>
              </a:ext>
            </a:extLst>
          </p:cNvPr>
          <p:cNvSpPr>
            <a:spLocks noGrp="1"/>
          </p:cNvSpPr>
          <p:nvPr>
            <p:ph type="sldNum" sz="quarter" idx="12"/>
          </p:nvPr>
        </p:nvSpPr>
        <p:spPr/>
        <p:txBody>
          <a:bodyPr/>
          <a:lstStyle/>
          <a:p>
            <a:fld id="{34669F9B-C74E-1E47-8F30-C84D54984EEE}" type="slidenum">
              <a:rPr lang="en-US" smtClean="0"/>
              <a:t>4</a:t>
            </a:fld>
            <a:endParaRPr lang="en-US"/>
          </a:p>
        </p:txBody>
      </p:sp>
      <p:sp>
        <p:nvSpPr>
          <p:cNvPr id="8" name="Rounded Rectangle 7">
            <a:extLst>
              <a:ext uri="{FF2B5EF4-FFF2-40B4-BE49-F238E27FC236}">
                <a16:creationId xmlns:a16="http://schemas.microsoft.com/office/drawing/2014/main" id="{3C48CD71-E752-10E6-F1A3-1E3321B94478}"/>
              </a:ext>
            </a:extLst>
          </p:cNvPr>
          <p:cNvSpPr/>
          <p:nvPr/>
        </p:nvSpPr>
        <p:spPr>
          <a:xfrm>
            <a:off x="297209" y="2235199"/>
            <a:ext cx="1997722" cy="1217678"/>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rial Narrow" panose="020B0604020202020204" pitchFamily="34" charset="0"/>
                <a:cs typeface="Arial Narrow" panose="020B0604020202020204" pitchFamily="34" charset="0"/>
              </a:rPr>
              <a:t>Bike station locations</a:t>
            </a:r>
          </a:p>
        </p:txBody>
      </p:sp>
      <p:sp>
        <p:nvSpPr>
          <p:cNvPr id="11" name="Rounded Rectangle 10">
            <a:extLst>
              <a:ext uri="{FF2B5EF4-FFF2-40B4-BE49-F238E27FC236}">
                <a16:creationId xmlns:a16="http://schemas.microsoft.com/office/drawing/2014/main" id="{347F6231-A0A5-38F7-A084-DAD5BBFD538D}"/>
              </a:ext>
            </a:extLst>
          </p:cNvPr>
          <p:cNvSpPr/>
          <p:nvPr/>
        </p:nvSpPr>
        <p:spPr>
          <a:xfrm>
            <a:off x="7301911" y="2235199"/>
            <a:ext cx="2279521" cy="1217678"/>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rial Narrow" panose="020B0604020202020204" pitchFamily="34" charset="0"/>
                <a:cs typeface="Arial Narrow" panose="020B0604020202020204" pitchFamily="34" charset="0"/>
              </a:rPr>
              <a:t>Clip to Seoul boundary</a:t>
            </a:r>
          </a:p>
        </p:txBody>
      </p:sp>
      <p:sp>
        <p:nvSpPr>
          <p:cNvPr id="12" name="Rounded Rectangle 11">
            <a:extLst>
              <a:ext uri="{FF2B5EF4-FFF2-40B4-BE49-F238E27FC236}">
                <a16:creationId xmlns:a16="http://schemas.microsoft.com/office/drawing/2014/main" id="{930C6C75-EB1B-D9B1-C62C-0D7071D69A28}"/>
              </a:ext>
            </a:extLst>
          </p:cNvPr>
          <p:cNvSpPr/>
          <p:nvPr/>
        </p:nvSpPr>
        <p:spPr>
          <a:xfrm>
            <a:off x="4967010" y="2235199"/>
            <a:ext cx="1997722" cy="1217678"/>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spc="-10" dirty="0">
                <a:solidFill>
                  <a:schemeClr val="tx1"/>
                </a:solidFill>
                <a:latin typeface="Arial Narrow" panose="020B0604020202020204" pitchFamily="34" charset="0"/>
                <a:cs typeface="Arial Narrow" panose="020B0604020202020204" pitchFamily="34" charset="0"/>
              </a:rPr>
              <a:t>Create Voronoi polygons</a:t>
            </a:r>
          </a:p>
        </p:txBody>
      </p:sp>
      <p:sp>
        <p:nvSpPr>
          <p:cNvPr id="13" name="Rounded Rectangle 12">
            <a:extLst>
              <a:ext uri="{FF2B5EF4-FFF2-40B4-BE49-F238E27FC236}">
                <a16:creationId xmlns:a16="http://schemas.microsoft.com/office/drawing/2014/main" id="{6694DB31-CC22-39AA-1CE0-8832A7CFBDA1}"/>
              </a:ext>
            </a:extLst>
          </p:cNvPr>
          <p:cNvSpPr/>
          <p:nvPr/>
        </p:nvSpPr>
        <p:spPr>
          <a:xfrm>
            <a:off x="2632109" y="2235199"/>
            <a:ext cx="1997722" cy="1217678"/>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rial Narrow" panose="020B0604020202020204" pitchFamily="34" charset="0"/>
                <a:cs typeface="Arial Narrow" panose="020B0604020202020204" pitchFamily="34" charset="0"/>
              </a:rPr>
              <a:t>Create XY points</a:t>
            </a:r>
          </a:p>
        </p:txBody>
      </p:sp>
      <p:cxnSp>
        <p:nvCxnSpPr>
          <p:cNvPr id="15" name="Straight Arrow Connector 14">
            <a:extLst>
              <a:ext uri="{FF2B5EF4-FFF2-40B4-BE49-F238E27FC236}">
                <a16:creationId xmlns:a16="http://schemas.microsoft.com/office/drawing/2014/main" id="{A046E60A-F20C-D84D-77D1-C248D283CDD3}"/>
              </a:ext>
            </a:extLst>
          </p:cNvPr>
          <p:cNvCxnSpPr>
            <a:cxnSpLocks/>
            <a:stCxn id="8" idx="3"/>
            <a:endCxn id="13" idx="1"/>
          </p:cNvCxnSpPr>
          <p:nvPr/>
        </p:nvCxnSpPr>
        <p:spPr>
          <a:xfrm>
            <a:off x="2294931" y="2844038"/>
            <a:ext cx="337178" cy="0"/>
          </a:xfrm>
          <a:prstGeom prst="straightConnector1">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E2F32F1-FDBB-6E60-9E90-A18747A72A3B}"/>
              </a:ext>
            </a:extLst>
          </p:cNvPr>
          <p:cNvCxnSpPr>
            <a:cxnSpLocks/>
            <a:stCxn id="13" idx="3"/>
            <a:endCxn id="12" idx="1"/>
          </p:cNvCxnSpPr>
          <p:nvPr/>
        </p:nvCxnSpPr>
        <p:spPr>
          <a:xfrm>
            <a:off x="4629831" y="2844038"/>
            <a:ext cx="337179" cy="0"/>
          </a:xfrm>
          <a:prstGeom prst="straightConnector1">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1FC5EBE4-16B7-E44A-98DA-7C05B79B539E}"/>
              </a:ext>
            </a:extLst>
          </p:cNvPr>
          <p:cNvGraphicFramePr>
            <a:graphicFrameLocks noGrp="1"/>
          </p:cNvGraphicFramePr>
          <p:nvPr>
            <p:extLst>
              <p:ext uri="{D42A27DB-BD31-4B8C-83A1-F6EECF244321}">
                <p14:modId xmlns:p14="http://schemas.microsoft.com/office/powerpoint/2010/main" val="3658941064"/>
              </p:ext>
            </p:extLst>
          </p:nvPr>
        </p:nvGraphicFramePr>
        <p:xfrm>
          <a:off x="366327" y="2656753"/>
          <a:ext cx="712544" cy="594360"/>
        </p:xfrm>
        <a:graphic>
          <a:graphicData uri="http://schemas.openxmlformats.org/drawingml/2006/table">
            <a:tbl>
              <a:tblPr firstRow="1" bandRow="1">
                <a:tableStyleId>{5C22544A-7EE6-4342-B048-85BDC9FD1C3A}</a:tableStyleId>
              </a:tblPr>
              <a:tblGrid>
                <a:gridCol w="356272">
                  <a:extLst>
                    <a:ext uri="{9D8B030D-6E8A-4147-A177-3AD203B41FA5}">
                      <a16:colId xmlns:a16="http://schemas.microsoft.com/office/drawing/2014/main" val="3744774331"/>
                    </a:ext>
                  </a:extLst>
                </a:gridCol>
                <a:gridCol w="356272">
                  <a:extLst>
                    <a:ext uri="{9D8B030D-6E8A-4147-A177-3AD203B41FA5}">
                      <a16:colId xmlns:a16="http://schemas.microsoft.com/office/drawing/2014/main" val="1005876731"/>
                    </a:ext>
                  </a:extLst>
                </a:gridCol>
              </a:tblGrid>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48306370"/>
                  </a:ext>
                </a:extLst>
              </a:tr>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0752690"/>
                  </a:ext>
                </a:extLst>
              </a:tr>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6002304"/>
                  </a:ext>
                </a:extLst>
              </a:tr>
            </a:tbl>
          </a:graphicData>
        </a:graphic>
      </p:graphicFrame>
      <p:sp>
        <p:nvSpPr>
          <p:cNvPr id="23" name="TextBox 22">
            <a:extLst>
              <a:ext uri="{FF2B5EF4-FFF2-40B4-BE49-F238E27FC236}">
                <a16:creationId xmlns:a16="http://schemas.microsoft.com/office/drawing/2014/main" id="{19E6864B-D1C7-CA8C-2D48-AE42CAC86319}"/>
              </a:ext>
            </a:extLst>
          </p:cNvPr>
          <p:cNvSpPr txBox="1"/>
          <p:nvPr/>
        </p:nvSpPr>
        <p:spPr>
          <a:xfrm>
            <a:off x="1041456" y="2816355"/>
            <a:ext cx="1236236" cy="261610"/>
          </a:xfrm>
          <a:prstGeom prst="rect">
            <a:avLst/>
          </a:prstGeom>
          <a:noFill/>
        </p:spPr>
        <p:txBody>
          <a:bodyPr wrap="none" rtlCol="0">
            <a:spAutoFit/>
          </a:bodyPr>
          <a:lstStyle/>
          <a:p>
            <a:r>
              <a:rPr lang="en-US" sz="1100" dirty="0">
                <a:latin typeface="Arial Narrow" panose="020B0604020202020204" pitchFamily="34" charset="0"/>
                <a:cs typeface="Arial Narrow" panose="020B0604020202020204" pitchFamily="34" charset="0"/>
              </a:rPr>
              <a:t>(Station ID, </a:t>
            </a:r>
            <a:r>
              <a:rPr lang="en-US" sz="1100" dirty="0" err="1">
                <a:latin typeface="Arial Narrow" panose="020B0604020202020204" pitchFamily="34" charset="0"/>
                <a:cs typeface="Arial Narrow" panose="020B0604020202020204" pitchFamily="34" charset="0"/>
              </a:rPr>
              <a:t>lat</a:t>
            </a:r>
            <a:r>
              <a:rPr lang="en-US" sz="1100" dirty="0">
                <a:latin typeface="Arial Narrow" panose="020B0604020202020204" pitchFamily="34" charset="0"/>
                <a:cs typeface="Arial Narrow" panose="020B0604020202020204" pitchFamily="34" charset="0"/>
              </a:rPr>
              <a:t>, long)</a:t>
            </a:r>
          </a:p>
        </p:txBody>
      </p:sp>
      <p:pic>
        <p:nvPicPr>
          <p:cNvPr id="25" name="Picture 24" descr="A red dots on a black background&#10;&#10;AI-generated content may be incorrect.">
            <a:extLst>
              <a:ext uri="{FF2B5EF4-FFF2-40B4-BE49-F238E27FC236}">
                <a16:creationId xmlns:a16="http://schemas.microsoft.com/office/drawing/2014/main" id="{0C09139E-CD13-D05C-BA4E-C4217034A5AF}"/>
              </a:ext>
            </a:extLst>
          </p:cNvPr>
          <p:cNvPicPr>
            <a:picLocks noChangeAspect="1"/>
          </p:cNvPicPr>
          <p:nvPr/>
        </p:nvPicPr>
        <p:blipFill>
          <a:blip r:embed="rId4"/>
          <a:stretch>
            <a:fillRect/>
          </a:stretch>
        </p:blipFill>
        <p:spPr>
          <a:xfrm>
            <a:off x="3093603" y="2531391"/>
            <a:ext cx="1074735" cy="921479"/>
          </a:xfrm>
          <a:prstGeom prst="rect">
            <a:avLst/>
          </a:prstGeom>
        </p:spPr>
      </p:pic>
      <p:pic>
        <p:nvPicPr>
          <p:cNvPr id="29" name="Picture 28" descr="A red and black spider web&#10;&#10;AI-generated content may be incorrect.">
            <a:extLst>
              <a:ext uri="{FF2B5EF4-FFF2-40B4-BE49-F238E27FC236}">
                <a16:creationId xmlns:a16="http://schemas.microsoft.com/office/drawing/2014/main" id="{C3ACD715-C7B6-2A69-8925-5FCFFB494802}"/>
              </a:ext>
            </a:extLst>
          </p:cNvPr>
          <p:cNvPicPr>
            <a:picLocks noChangeAspect="1"/>
          </p:cNvPicPr>
          <p:nvPr/>
        </p:nvPicPr>
        <p:blipFill>
          <a:blip r:embed="rId5"/>
          <a:stretch>
            <a:fillRect/>
          </a:stretch>
        </p:blipFill>
        <p:spPr>
          <a:xfrm>
            <a:off x="5474255" y="2515777"/>
            <a:ext cx="983233" cy="937089"/>
          </a:xfrm>
          <a:prstGeom prst="rect">
            <a:avLst/>
          </a:prstGeom>
        </p:spPr>
      </p:pic>
      <p:pic>
        <p:nvPicPr>
          <p:cNvPr id="31" name="Picture 30" descr="A map of a city&#10;&#10;AI-generated content may be incorrect.">
            <a:extLst>
              <a:ext uri="{FF2B5EF4-FFF2-40B4-BE49-F238E27FC236}">
                <a16:creationId xmlns:a16="http://schemas.microsoft.com/office/drawing/2014/main" id="{C2856AEF-3943-8FC5-A1AC-68A4E188D3AD}"/>
              </a:ext>
            </a:extLst>
          </p:cNvPr>
          <p:cNvPicPr>
            <a:picLocks noChangeAspect="1"/>
          </p:cNvPicPr>
          <p:nvPr/>
        </p:nvPicPr>
        <p:blipFill>
          <a:blip r:embed="rId6"/>
          <a:stretch>
            <a:fillRect/>
          </a:stretch>
        </p:blipFill>
        <p:spPr>
          <a:xfrm>
            <a:off x="9340426" y="3688374"/>
            <a:ext cx="2766060" cy="2261778"/>
          </a:xfrm>
          <a:prstGeom prst="rect">
            <a:avLst/>
          </a:prstGeom>
          <a:ln>
            <a:solidFill>
              <a:srgbClr val="02553A"/>
            </a:solidFill>
          </a:ln>
        </p:spPr>
      </p:pic>
      <p:pic>
        <p:nvPicPr>
          <p:cNvPr id="35" name="Picture 34" descr="A grey outline of a map&#10;&#10;AI-generated content may be incorrect.">
            <a:extLst>
              <a:ext uri="{FF2B5EF4-FFF2-40B4-BE49-F238E27FC236}">
                <a16:creationId xmlns:a16="http://schemas.microsoft.com/office/drawing/2014/main" id="{F80430E8-BD4E-3396-BC5E-2AE6E8DDE9B7}"/>
              </a:ext>
            </a:extLst>
          </p:cNvPr>
          <p:cNvPicPr>
            <a:picLocks noChangeAspect="1"/>
          </p:cNvPicPr>
          <p:nvPr/>
        </p:nvPicPr>
        <p:blipFill>
          <a:blip r:embed="rId7"/>
          <a:stretch>
            <a:fillRect/>
          </a:stretch>
        </p:blipFill>
        <p:spPr>
          <a:xfrm>
            <a:off x="7833093" y="2484714"/>
            <a:ext cx="1217155" cy="995255"/>
          </a:xfrm>
          <a:prstGeom prst="rect">
            <a:avLst/>
          </a:prstGeom>
        </p:spPr>
      </p:pic>
      <p:cxnSp>
        <p:nvCxnSpPr>
          <p:cNvPr id="37" name="Straight Arrow Connector 36">
            <a:extLst>
              <a:ext uri="{FF2B5EF4-FFF2-40B4-BE49-F238E27FC236}">
                <a16:creationId xmlns:a16="http://schemas.microsoft.com/office/drawing/2014/main" id="{9BC6F5D9-E88A-2196-7D73-99D559913FD5}"/>
              </a:ext>
            </a:extLst>
          </p:cNvPr>
          <p:cNvCxnSpPr>
            <a:cxnSpLocks/>
            <a:stCxn id="12" idx="3"/>
            <a:endCxn id="11" idx="1"/>
          </p:cNvCxnSpPr>
          <p:nvPr/>
        </p:nvCxnSpPr>
        <p:spPr>
          <a:xfrm>
            <a:off x="6964732" y="2844038"/>
            <a:ext cx="337179" cy="0"/>
          </a:xfrm>
          <a:prstGeom prst="straightConnector1">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a:extLst>
              <a:ext uri="{FF2B5EF4-FFF2-40B4-BE49-F238E27FC236}">
                <a16:creationId xmlns:a16="http://schemas.microsoft.com/office/drawing/2014/main" id="{DA66B1A2-837E-EF4A-E841-D0A2B0ECD3F4}"/>
              </a:ext>
            </a:extLst>
          </p:cNvPr>
          <p:cNvSpPr/>
          <p:nvPr/>
        </p:nvSpPr>
        <p:spPr>
          <a:xfrm>
            <a:off x="2632109" y="713102"/>
            <a:ext cx="1997722" cy="1217678"/>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rial Narrow" panose="020B0604020202020204" pitchFamily="34" charset="0"/>
                <a:cs typeface="Arial Narrow" panose="020B0604020202020204" pitchFamily="34" charset="0"/>
              </a:rPr>
              <a:t>Individual bike trips</a:t>
            </a:r>
          </a:p>
        </p:txBody>
      </p:sp>
      <p:cxnSp>
        <p:nvCxnSpPr>
          <p:cNvPr id="46" name="Straight Arrow Connector 45">
            <a:extLst>
              <a:ext uri="{FF2B5EF4-FFF2-40B4-BE49-F238E27FC236}">
                <a16:creationId xmlns:a16="http://schemas.microsoft.com/office/drawing/2014/main" id="{51F1E412-D015-5F64-E36E-89938C0DB057}"/>
              </a:ext>
            </a:extLst>
          </p:cNvPr>
          <p:cNvCxnSpPr>
            <a:cxnSpLocks/>
            <a:stCxn id="11" idx="3"/>
            <a:endCxn id="31" idx="0"/>
          </p:cNvCxnSpPr>
          <p:nvPr/>
        </p:nvCxnSpPr>
        <p:spPr>
          <a:xfrm>
            <a:off x="9581432" y="2844038"/>
            <a:ext cx="1142024" cy="844336"/>
          </a:xfrm>
          <a:prstGeom prst="bentConnector2">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49" name="Table 48">
            <a:extLst>
              <a:ext uri="{FF2B5EF4-FFF2-40B4-BE49-F238E27FC236}">
                <a16:creationId xmlns:a16="http://schemas.microsoft.com/office/drawing/2014/main" id="{84C89B0D-1911-F01B-821A-03E24406C584}"/>
              </a:ext>
            </a:extLst>
          </p:cNvPr>
          <p:cNvGraphicFramePr>
            <a:graphicFrameLocks noGrp="1"/>
          </p:cNvGraphicFramePr>
          <p:nvPr>
            <p:extLst>
              <p:ext uri="{D42A27DB-BD31-4B8C-83A1-F6EECF244321}">
                <p14:modId xmlns:p14="http://schemas.microsoft.com/office/powerpoint/2010/main" val="399228662"/>
              </p:ext>
            </p:extLst>
          </p:nvPr>
        </p:nvGraphicFramePr>
        <p:xfrm>
          <a:off x="2700728" y="1118827"/>
          <a:ext cx="712544" cy="594360"/>
        </p:xfrm>
        <a:graphic>
          <a:graphicData uri="http://schemas.openxmlformats.org/drawingml/2006/table">
            <a:tbl>
              <a:tblPr firstRow="1" bandRow="1">
                <a:tableStyleId>{5C22544A-7EE6-4342-B048-85BDC9FD1C3A}</a:tableStyleId>
              </a:tblPr>
              <a:tblGrid>
                <a:gridCol w="356272">
                  <a:extLst>
                    <a:ext uri="{9D8B030D-6E8A-4147-A177-3AD203B41FA5}">
                      <a16:colId xmlns:a16="http://schemas.microsoft.com/office/drawing/2014/main" val="3744774331"/>
                    </a:ext>
                  </a:extLst>
                </a:gridCol>
                <a:gridCol w="356272">
                  <a:extLst>
                    <a:ext uri="{9D8B030D-6E8A-4147-A177-3AD203B41FA5}">
                      <a16:colId xmlns:a16="http://schemas.microsoft.com/office/drawing/2014/main" val="1005876731"/>
                    </a:ext>
                  </a:extLst>
                </a:gridCol>
              </a:tblGrid>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48306370"/>
                  </a:ext>
                </a:extLst>
              </a:tr>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0752690"/>
                  </a:ext>
                </a:extLst>
              </a:tr>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6002304"/>
                  </a:ext>
                </a:extLst>
              </a:tr>
            </a:tbl>
          </a:graphicData>
        </a:graphic>
      </p:graphicFrame>
      <p:sp>
        <p:nvSpPr>
          <p:cNvPr id="51" name="TextBox 50">
            <a:extLst>
              <a:ext uri="{FF2B5EF4-FFF2-40B4-BE49-F238E27FC236}">
                <a16:creationId xmlns:a16="http://schemas.microsoft.com/office/drawing/2014/main" id="{FB15F10B-D54F-A147-2BE4-A7ED02B1E0D5}"/>
              </a:ext>
            </a:extLst>
          </p:cNvPr>
          <p:cNvSpPr txBox="1"/>
          <p:nvPr/>
        </p:nvSpPr>
        <p:spPr>
          <a:xfrm>
            <a:off x="3531307" y="1018589"/>
            <a:ext cx="997388" cy="861774"/>
          </a:xfrm>
          <a:prstGeom prst="rect">
            <a:avLst/>
          </a:prstGeom>
          <a:noFill/>
        </p:spPr>
        <p:txBody>
          <a:bodyPr wrap="none" rtlCol="0">
            <a:spAutoFit/>
          </a:bodyPr>
          <a:lstStyle/>
          <a:p>
            <a:pPr algn="ctr"/>
            <a:r>
              <a:rPr lang="en-US" sz="1000" dirty="0">
                <a:latin typeface="Arial Narrow" panose="020B0604020202020204" pitchFamily="34" charset="0"/>
                <a:cs typeface="Arial Narrow" panose="020B0604020202020204" pitchFamily="34" charset="0"/>
              </a:rPr>
              <a:t>Rent station ID</a:t>
            </a:r>
          </a:p>
          <a:p>
            <a:pPr algn="ctr"/>
            <a:r>
              <a:rPr lang="en-US" sz="1000" dirty="0">
                <a:latin typeface="Arial Narrow" panose="020B0604020202020204" pitchFamily="34" charset="0"/>
                <a:cs typeface="Arial Narrow" panose="020B0604020202020204" pitchFamily="34" charset="0"/>
              </a:rPr>
              <a:t>Return station ID</a:t>
            </a:r>
          </a:p>
          <a:p>
            <a:pPr algn="ctr"/>
            <a:r>
              <a:rPr lang="en-US" sz="1000" dirty="0">
                <a:latin typeface="Arial Narrow" panose="020B0604020202020204" pitchFamily="34" charset="0"/>
                <a:cs typeface="Arial Narrow" panose="020B0604020202020204" pitchFamily="34" charset="0"/>
              </a:rPr>
              <a:t>Timestamp</a:t>
            </a:r>
          </a:p>
          <a:p>
            <a:pPr algn="ctr"/>
            <a:r>
              <a:rPr lang="en-US" sz="1000" dirty="0">
                <a:latin typeface="Arial Narrow" panose="020B0604020202020204" pitchFamily="34" charset="0"/>
                <a:cs typeface="Arial Narrow" panose="020B0604020202020204" pitchFamily="34" charset="0"/>
              </a:rPr>
              <a:t>Distance/duration</a:t>
            </a:r>
          </a:p>
          <a:p>
            <a:pPr algn="ctr"/>
            <a:r>
              <a:rPr lang="en-US" sz="1000" dirty="0">
                <a:latin typeface="Arial Narrow" panose="020B0604020202020204" pitchFamily="34" charset="0"/>
                <a:cs typeface="Arial Narrow" panose="020B0604020202020204" pitchFamily="34" charset="0"/>
              </a:rPr>
              <a:t>…</a:t>
            </a:r>
          </a:p>
        </p:txBody>
      </p:sp>
      <p:sp>
        <p:nvSpPr>
          <p:cNvPr id="54" name="TextBox 53">
            <a:extLst>
              <a:ext uri="{FF2B5EF4-FFF2-40B4-BE49-F238E27FC236}">
                <a16:creationId xmlns:a16="http://schemas.microsoft.com/office/drawing/2014/main" id="{C56D6579-BEA6-9959-DC20-973DE1CA3873}"/>
              </a:ext>
            </a:extLst>
          </p:cNvPr>
          <p:cNvSpPr txBox="1"/>
          <p:nvPr/>
        </p:nvSpPr>
        <p:spPr>
          <a:xfrm>
            <a:off x="1349935" y="1020687"/>
            <a:ext cx="914033" cy="307777"/>
          </a:xfrm>
          <a:prstGeom prst="rect">
            <a:avLst/>
          </a:prstGeom>
          <a:noFill/>
        </p:spPr>
        <p:txBody>
          <a:bodyPr wrap="none" rtlCol="0">
            <a:spAutoFit/>
          </a:bodyPr>
          <a:lstStyle/>
          <a:p>
            <a:pPr algn="ctr"/>
            <a:r>
              <a:rPr lang="en-US" sz="1400" dirty="0">
                <a:latin typeface="Arial Narrow" panose="020B0604020202020204" pitchFamily="34" charset="0"/>
                <a:cs typeface="Arial Narrow" panose="020B0604020202020204" pitchFamily="34" charset="0"/>
              </a:rPr>
              <a:t>Join by IDs</a:t>
            </a:r>
          </a:p>
        </p:txBody>
      </p:sp>
      <p:cxnSp>
        <p:nvCxnSpPr>
          <p:cNvPr id="55" name="Straight Arrow Connector 45">
            <a:extLst>
              <a:ext uri="{FF2B5EF4-FFF2-40B4-BE49-F238E27FC236}">
                <a16:creationId xmlns:a16="http://schemas.microsoft.com/office/drawing/2014/main" id="{A9BA558A-1678-2C96-D371-9B41CE2965CE}"/>
              </a:ext>
            </a:extLst>
          </p:cNvPr>
          <p:cNvCxnSpPr>
            <a:cxnSpLocks/>
            <a:stCxn id="45" idx="1"/>
            <a:endCxn id="8" idx="0"/>
          </p:cNvCxnSpPr>
          <p:nvPr/>
        </p:nvCxnSpPr>
        <p:spPr>
          <a:xfrm rot="10800000" flipV="1">
            <a:off x="1296071" y="1321941"/>
            <a:ext cx="1336039" cy="913258"/>
          </a:xfrm>
          <a:prstGeom prst="bentConnector2">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sp>
        <p:nvSpPr>
          <p:cNvPr id="60" name="Rounded Rectangle 59">
            <a:extLst>
              <a:ext uri="{FF2B5EF4-FFF2-40B4-BE49-F238E27FC236}">
                <a16:creationId xmlns:a16="http://schemas.microsoft.com/office/drawing/2014/main" id="{F2641473-DA15-F2E5-3182-1EC5C47506D3}"/>
              </a:ext>
            </a:extLst>
          </p:cNvPr>
          <p:cNvSpPr/>
          <p:nvPr/>
        </p:nvSpPr>
        <p:spPr>
          <a:xfrm>
            <a:off x="3929688" y="4103935"/>
            <a:ext cx="4332623" cy="1430655"/>
          </a:xfrm>
          <a:prstGeom prst="roundRect">
            <a:avLst/>
          </a:prstGeom>
          <a:solidFill>
            <a:schemeClr val="bg1">
              <a:lumMod val="95000"/>
            </a:schemeClr>
          </a:solidFill>
          <a:ln>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latin typeface="Arial Narrow" panose="020B0604020202020204" pitchFamily="34" charset="0"/>
                <a:cs typeface="Arial Narrow" panose="020B0604020202020204" pitchFamily="34" charset="0"/>
              </a:rPr>
              <a:t>Comprehensive </a:t>
            </a:r>
            <a:r>
              <a:rPr lang="en-US" sz="1400" b="1" dirty="0" err="1">
                <a:solidFill>
                  <a:schemeClr val="tx1"/>
                </a:solidFill>
                <a:latin typeface="Arial Narrow" panose="020B0604020202020204" pitchFamily="34" charset="0"/>
                <a:cs typeface="Arial Narrow" panose="020B0604020202020204" pitchFamily="34" charset="0"/>
              </a:rPr>
              <a:t>GeoDataFrame</a:t>
            </a:r>
            <a:endParaRPr lang="en-US" sz="1400" b="1" dirty="0">
              <a:solidFill>
                <a:schemeClr val="tx1"/>
              </a:solidFill>
              <a:latin typeface="Arial Narrow" panose="020B0604020202020204" pitchFamily="34" charset="0"/>
              <a:cs typeface="Arial Narrow" panose="020B0604020202020204" pitchFamily="34" charset="0"/>
            </a:endParaRPr>
          </a:p>
        </p:txBody>
      </p:sp>
      <p:graphicFrame>
        <p:nvGraphicFramePr>
          <p:cNvPr id="61" name="Table 60">
            <a:extLst>
              <a:ext uri="{FF2B5EF4-FFF2-40B4-BE49-F238E27FC236}">
                <a16:creationId xmlns:a16="http://schemas.microsoft.com/office/drawing/2014/main" id="{13ABBBE6-4760-E5A5-1A65-83338C2ED34F}"/>
              </a:ext>
            </a:extLst>
          </p:cNvPr>
          <p:cNvGraphicFramePr>
            <a:graphicFrameLocks noGrp="1"/>
          </p:cNvGraphicFramePr>
          <p:nvPr>
            <p:extLst>
              <p:ext uri="{D42A27DB-BD31-4B8C-83A1-F6EECF244321}">
                <p14:modId xmlns:p14="http://schemas.microsoft.com/office/powerpoint/2010/main" val="2335116792"/>
              </p:ext>
            </p:extLst>
          </p:nvPr>
        </p:nvGraphicFramePr>
        <p:xfrm>
          <a:off x="4098610" y="4557074"/>
          <a:ext cx="3965532" cy="792480"/>
        </p:xfrm>
        <a:graphic>
          <a:graphicData uri="http://schemas.openxmlformats.org/drawingml/2006/table">
            <a:tbl>
              <a:tblPr firstRow="1" bandRow="1">
                <a:tableStyleId>{5C22544A-7EE6-4342-B048-85BDC9FD1C3A}</a:tableStyleId>
              </a:tblPr>
              <a:tblGrid>
                <a:gridCol w="660922">
                  <a:extLst>
                    <a:ext uri="{9D8B030D-6E8A-4147-A177-3AD203B41FA5}">
                      <a16:colId xmlns:a16="http://schemas.microsoft.com/office/drawing/2014/main" val="1694373882"/>
                    </a:ext>
                  </a:extLst>
                </a:gridCol>
                <a:gridCol w="660922">
                  <a:extLst>
                    <a:ext uri="{9D8B030D-6E8A-4147-A177-3AD203B41FA5}">
                      <a16:colId xmlns:a16="http://schemas.microsoft.com/office/drawing/2014/main" val="3744774331"/>
                    </a:ext>
                  </a:extLst>
                </a:gridCol>
                <a:gridCol w="660922">
                  <a:extLst>
                    <a:ext uri="{9D8B030D-6E8A-4147-A177-3AD203B41FA5}">
                      <a16:colId xmlns:a16="http://schemas.microsoft.com/office/drawing/2014/main" val="1554868205"/>
                    </a:ext>
                  </a:extLst>
                </a:gridCol>
                <a:gridCol w="660922">
                  <a:extLst>
                    <a:ext uri="{9D8B030D-6E8A-4147-A177-3AD203B41FA5}">
                      <a16:colId xmlns:a16="http://schemas.microsoft.com/office/drawing/2014/main" val="1005876731"/>
                    </a:ext>
                  </a:extLst>
                </a:gridCol>
                <a:gridCol w="660922">
                  <a:extLst>
                    <a:ext uri="{9D8B030D-6E8A-4147-A177-3AD203B41FA5}">
                      <a16:colId xmlns:a16="http://schemas.microsoft.com/office/drawing/2014/main" val="4284487296"/>
                    </a:ext>
                  </a:extLst>
                </a:gridCol>
                <a:gridCol w="660922">
                  <a:extLst>
                    <a:ext uri="{9D8B030D-6E8A-4147-A177-3AD203B41FA5}">
                      <a16:colId xmlns:a16="http://schemas.microsoft.com/office/drawing/2014/main" val="1120609704"/>
                    </a:ext>
                  </a:extLst>
                </a:gridCol>
              </a:tblGrid>
              <a:tr h="197556">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Station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err="1">
                          <a:solidFill>
                            <a:schemeClr val="tx1"/>
                          </a:solidFill>
                          <a:latin typeface="Arial Narrow" panose="020B0604020202020204" pitchFamily="34" charset="0"/>
                          <a:cs typeface="Arial Narrow" panose="020B0604020202020204" pitchFamily="34" charset="0"/>
                        </a:rPr>
                        <a:t>avg_inflow</a:t>
                      </a:r>
                      <a:endParaRPr lang="en-US" sz="700" b="0" i="0" dirty="0">
                        <a:solidFill>
                          <a:schemeClr val="tx1"/>
                        </a:solidFill>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err="1">
                          <a:solidFill>
                            <a:schemeClr val="tx1"/>
                          </a:solidFill>
                          <a:latin typeface="Arial Narrow" panose="020B0604020202020204" pitchFamily="34" charset="0"/>
                          <a:cs typeface="Arial Narrow" panose="020B0604020202020204" pitchFamily="34" charset="0"/>
                        </a:rPr>
                        <a:t>avg_outflow</a:t>
                      </a:r>
                      <a:endParaRPr lang="en-US" sz="700" b="0" i="0" dirty="0">
                        <a:solidFill>
                          <a:schemeClr val="tx1"/>
                        </a:solidFill>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err="1">
                          <a:solidFill>
                            <a:schemeClr val="tx1"/>
                          </a:solidFill>
                          <a:latin typeface="Arial Narrow" panose="020B0604020202020204" pitchFamily="34" charset="0"/>
                          <a:cs typeface="Arial Narrow" panose="020B0604020202020204" pitchFamily="34" charset="0"/>
                        </a:rPr>
                        <a:t>week_inflow</a:t>
                      </a:r>
                      <a:endParaRPr lang="en-US" sz="700" b="0" i="0" dirty="0">
                        <a:solidFill>
                          <a:schemeClr val="tx1"/>
                        </a:solidFill>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a:solidFill>
                            <a:schemeClr val="tx1"/>
                          </a:solidFill>
                          <a:latin typeface="Arial Narrow" panose="020B0604020202020204" pitchFamily="34" charset="0"/>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700" b="0" i="0" dirty="0" err="1">
                          <a:solidFill>
                            <a:schemeClr val="tx1"/>
                          </a:solidFill>
                          <a:latin typeface="Arial Narrow" panose="020B0604020202020204" pitchFamily="34" charset="0"/>
                          <a:cs typeface="Arial Narrow" panose="020B0604020202020204" pitchFamily="34" charset="0"/>
                        </a:rPr>
                        <a:t>ratio_in_out</a:t>
                      </a:r>
                      <a:endParaRPr lang="en-US" sz="700" b="0" i="0" dirty="0">
                        <a:solidFill>
                          <a:schemeClr val="tx1"/>
                        </a:solidFill>
                        <a:latin typeface="Arial Narrow" panose="020B0604020202020204" pitchFamily="34" charset="0"/>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48306370"/>
                  </a:ext>
                </a:extLst>
              </a:tr>
              <a:tr h="1975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Arial Narrow" panose="020B0604020202020204" pitchFamily="34" charset="0"/>
                          <a:ea typeface="+mn-ea"/>
                          <a:cs typeface="Arial Narrow" panose="020B0604020202020204" pitchFamily="34" charset="0"/>
                        </a:rPr>
                        <a:t>---</a:t>
                      </a:r>
                      <a:endPar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0752690"/>
                  </a:ext>
                </a:extLst>
              </a:tr>
              <a:tr h="1975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6002304"/>
                  </a:ext>
                </a:extLst>
              </a:tr>
              <a:tr h="1975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Narrow" panose="020B0604020202020204" pitchFamily="34" charset="0"/>
                          <a:ea typeface="+mn-ea"/>
                          <a:cs typeface="Arial Narrow"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2823300"/>
                  </a:ext>
                </a:extLst>
              </a:tr>
            </a:tbl>
          </a:graphicData>
        </a:graphic>
      </p:graphicFrame>
      <p:cxnSp>
        <p:nvCxnSpPr>
          <p:cNvPr id="62" name="Straight Arrow Connector 61">
            <a:extLst>
              <a:ext uri="{FF2B5EF4-FFF2-40B4-BE49-F238E27FC236}">
                <a16:creationId xmlns:a16="http://schemas.microsoft.com/office/drawing/2014/main" id="{7839F999-7D74-2629-E69B-0F17120851F3}"/>
              </a:ext>
            </a:extLst>
          </p:cNvPr>
          <p:cNvCxnSpPr>
            <a:cxnSpLocks/>
            <a:stCxn id="60" idx="3"/>
            <a:endCxn id="31" idx="1"/>
          </p:cNvCxnSpPr>
          <p:nvPr/>
        </p:nvCxnSpPr>
        <p:spPr>
          <a:xfrm>
            <a:off x="8262311" y="4819263"/>
            <a:ext cx="1078115" cy="0"/>
          </a:xfrm>
          <a:prstGeom prst="straightConnector1">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45">
            <a:extLst>
              <a:ext uri="{FF2B5EF4-FFF2-40B4-BE49-F238E27FC236}">
                <a16:creationId xmlns:a16="http://schemas.microsoft.com/office/drawing/2014/main" id="{1909415D-946F-3C7E-B82B-80E2AB38B7FC}"/>
              </a:ext>
            </a:extLst>
          </p:cNvPr>
          <p:cNvCxnSpPr>
            <a:cxnSpLocks/>
            <a:stCxn id="8" idx="2"/>
            <a:endCxn id="60" idx="1"/>
          </p:cNvCxnSpPr>
          <p:nvPr/>
        </p:nvCxnSpPr>
        <p:spPr>
          <a:xfrm rot="16200000" flipH="1">
            <a:off x="1929686" y="2819261"/>
            <a:ext cx="1366386" cy="2633618"/>
          </a:xfrm>
          <a:prstGeom prst="bentConnector2">
            <a:avLst/>
          </a:prstGeom>
          <a:ln w="9525">
            <a:solidFill>
              <a:srgbClr val="02553A"/>
            </a:solidFill>
            <a:tailEnd type="triangle"/>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4ACF6E5-5987-25EA-91FF-A3161DA8494D}"/>
              </a:ext>
            </a:extLst>
          </p:cNvPr>
          <p:cNvSpPr txBox="1"/>
          <p:nvPr/>
        </p:nvSpPr>
        <p:spPr>
          <a:xfrm>
            <a:off x="1078871" y="4886398"/>
            <a:ext cx="2611612" cy="307777"/>
          </a:xfrm>
          <a:prstGeom prst="rect">
            <a:avLst/>
          </a:prstGeom>
          <a:noFill/>
        </p:spPr>
        <p:txBody>
          <a:bodyPr wrap="none" rtlCol="0">
            <a:spAutoFit/>
          </a:bodyPr>
          <a:lstStyle/>
          <a:p>
            <a:pPr algn="ctr"/>
            <a:r>
              <a:rPr lang="en-US" sz="1400" dirty="0">
                <a:latin typeface="Arial Narrow" panose="020B0604020202020204" pitchFamily="34" charset="0"/>
                <a:cs typeface="Arial Narrow" panose="020B0604020202020204" pitchFamily="34" charset="0"/>
              </a:rPr>
              <a:t>Count # of inflows/outflows by station</a:t>
            </a:r>
          </a:p>
        </p:txBody>
      </p:sp>
      <p:sp>
        <p:nvSpPr>
          <p:cNvPr id="73" name="TextBox 72">
            <a:extLst>
              <a:ext uri="{FF2B5EF4-FFF2-40B4-BE49-F238E27FC236}">
                <a16:creationId xmlns:a16="http://schemas.microsoft.com/office/drawing/2014/main" id="{8F481850-FEAA-925F-613E-4BD3609093C5}"/>
              </a:ext>
            </a:extLst>
          </p:cNvPr>
          <p:cNvSpPr txBox="1"/>
          <p:nvPr/>
        </p:nvSpPr>
        <p:spPr>
          <a:xfrm>
            <a:off x="4798420" y="1097631"/>
            <a:ext cx="2948243" cy="461665"/>
          </a:xfrm>
          <a:prstGeom prst="rect">
            <a:avLst/>
          </a:prstGeom>
          <a:noFill/>
        </p:spPr>
        <p:txBody>
          <a:bodyPr wrap="none" rtlCol="0">
            <a:spAutoFit/>
          </a:bodyPr>
          <a:lstStyle/>
          <a:p>
            <a:r>
              <a:rPr lang="en-US" sz="1200" dirty="0">
                <a:latin typeface="Arial Narrow" panose="020B0604020202020204" pitchFamily="34" charset="0"/>
                <a:cs typeface="Arial Narrow" panose="020B0604020202020204" pitchFamily="34" charset="0"/>
              </a:rPr>
              <a:t>If distance &lt; 200 m or duration = 0 min., removed</a:t>
            </a:r>
          </a:p>
          <a:p>
            <a:r>
              <a:rPr lang="en-US" sz="1200" dirty="0">
                <a:latin typeface="Arial Narrow" panose="020B0604020202020204" pitchFamily="34" charset="0"/>
                <a:cs typeface="Arial Narrow" panose="020B0604020202020204" pitchFamily="34" charset="0"/>
              </a:rPr>
              <a:t>After filtering, 36,298,179 trips in total in 2025</a:t>
            </a:r>
          </a:p>
        </p:txBody>
      </p:sp>
      <p:sp>
        <p:nvSpPr>
          <p:cNvPr id="7" name="TextBox 6">
            <a:extLst>
              <a:ext uri="{FF2B5EF4-FFF2-40B4-BE49-F238E27FC236}">
                <a16:creationId xmlns:a16="http://schemas.microsoft.com/office/drawing/2014/main" id="{6B90E241-DD29-5486-C311-26A47F64E21D}"/>
              </a:ext>
            </a:extLst>
          </p:cNvPr>
          <p:cNvSpPr txBox="1"/>
          <p:nvPr/>
        </p:nvSpPr>
        <p:spPr>
          <a:xfrm>
            <a:off x="8349962" y="4846355"/>
            <a:ext cx="902812" cy="307777"/>
          </a:xfrm>
          <a:prstGeom prst="rect">
            <a:avLst/>
          </a:prstGeom>
          <a:noFill/>
        </p:spPr>
        <p:txBody>
          <a:bodyPr wrap="none" rtlCol="0">
            <a:spAutoFit/>
          </a:bodyPr>
          <a:lstStyle/>
          <a:p>
            <a:pPr algn="ctr"/>
            <a:r>
              <a:rPr lang="en-US" sz="1400" dirty="0">
                <a:latin typeface="Arial Narrow" panose="020B0604020202020204" pitchFamily="34" charset="0"/>
                <a:cs typeface="Arial Narrow" panose="020B0604020202020204" pitchFamily="34" charset="0"/>
              </a:rPr>
              <a:t>Spatial join</a:t>
            </a:r>
          </a:p>
        </p:txBody>
      </p:sp>
    </p:spTree>
    <p:extLst>
      <p:ext uri="{BB962C8B-B14F-4D97-AF65-F5344CB8AC3E}">
        <p14:creationId xmlns:p14="http://schemas.microsoft.com/office/powerpoint/2010/main" val="29508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0"/>
                <a:lumOff val="100000"/>
                <a:alpha val="50000"/>
              </a:schemeClr>
            </a:gs>
            <a:gs pos="100000">
              <a:schemeClr val="accent6">
                <a:lumMod val="20000"/>
                <a:lumOff val="80000"/>
              </a:schemeClr>
            </a:gs>
          </a:gsLst>
          <a:lin ang="5400000" scaled="1"/>
        </a:gradFill>
        <a:effectLst/>
      </p:bgPr>
    </p:bg>
    <p:spTree>
      <p:nvGrpSpPr>
        <p:cNvPr id="1" name=""/>
        <p:cNvGrpSpPr/>
        <p:nvPr/>
      </p:nvGrpSpPr>
      <p:grpSpPr>
        <a:xfrm>
          <a:off x="0" y="0"/>
          <a:ext cx="0" cy="0"/>
          <a:chOff x="0" y="0"/>
          <a:chExt cx="0" cy="0"/>
        </a:xfrm>
      </p:grpSpPr>
      <p:pic>
        <p:nvPicPr>
          <p:cNvPr id="6" name="Picture 5" descr="A map of a city&#10;&#10;AI-generated content may be incorrect.">
            <a:extLst>
              <a:ext uri="{FF2B5EF4-FFF2-40B4-BE49-F238E27FC236}">
                <a16:creationId xmlns:a16="http://schemas.microsoft.com/office/drawing/2014/main" id="{4CF0C801-D43A-E796-4453-201A0A44E66A}"/>
              </a:ext>
            </a:extLst>
          </p:cNvPr>
          <p:cNvPicPr>
            <a:picLocks noChangeAspect="1"/>
          </p:cNvPicPr>
          <p:nvPr/>
        </p:nvPicPr>
        <p:blipFill>
          <a:blip r:embed="rId3"/>
          <a:stretch>
            <a:fillRect/>
          </a:stretch>
        </p:blipFill>
        <p:spPr>
          <a:xfrm>
            <a:off x="91986" y="1325946"/>
            <a:ext cx="3021595" cy="2470727"/>
          </a:xfrm>
          <a:prstGeom prst="rect">
            <a:avLst/>
          </a:prstGeom>
        </p:spPr>
      </p:pic>
      <p:grpSp>
        <p:nvGrpSpPr>
          <p:cNvPr id="8" name="Group 7">
            <a:extLst>
              <a:ext uri="{FF2B5EF4-FFF2-40B4-BE49-F238E27FC236}">
                <a16:creationId xmlns:a16="http://schemas.microsoft.com/office/drawing/2014/main" id="{70AA5054-1EA8-36C2-0807-E19FD1919AD5}"/>
              </a:ext>
            </a:extLst>
          </p:cNvPr>
          <p:cNvGrpSpPr/>
          <p:nvPr/>
        </p:nvGrpSpPr>
        <p:grpSpPr>
          <a:xfrm>
            <a:off x="79848" y="1696567"/>
            <a:ext cx="1142638" cy="511540"/>
            <a:chOff x="3506715" y="510755"/>
            <a:chExt cx="1142638" cy="511540"/>
          </a:xfrm>
        </p:grpSpPr>
        <p:sp>
          <p:nvSpPr>
            <p:cNvPr id="4" name="Rectangle 3">
              <a:extLst>
                <a:ext uri="{FF2B5EF4-FFF2-40B4-BE49-F238E27FC236}">
                  <a16:creationId xmlns:a16="http://schemas.microsoft.com/office/drawing/2014/main" id="{B52BDA63-93B3-6DBE-950D-34AD2065C324}"/>
                </a:ext>
              </a:extLst>
            </p:cNvPr>
            <p:cNvSpPr/>
            <p:nvPr/>
          </p:nvSpPr>
          <p:spPr>
            <a:xfrm>
              <a:off x="3506715" y="527847"/>
              <a:ext cx="1142637" cy="494448"/>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74E023F-D206-445E-0169-A5A74FE3D136}"/>
                </a:ext>
              </a:extLst>
            </p:cNvPr>
            <p:cNvSpPr>
              <a:spLocks noChangeAspect="1"/>
            </p:cNvSpPr>
            <p:nvPr/>
          </p:nvSpPr>
          <p:spPr>
            <a:xfrm>
              <a:off x="3675435" y="619713"/>
              <a:ext cx="36000" cy="36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430C82E-49F7-C8CA-A92A-7ED641F6E281}"/>
                </a:ext>
              </a:extLst>
            </p:cNvPr>
            <p:cNvSpPr txBox="1"/>
            <p:nvPr/>
          </p:nvSpPr>
          <p:spPr>
            <a:xfrm>
              <a:off x="3849134" y="510755"/>
              <a:ext cx="750526" cy="253916"/>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Bike station</a:t>
              </a:r>
            </a:p>
          </p:txBody>
        </p:sp>
        <p:sp>
          <p:nvSpPr>
            <p:cNvPr id="21" name="Rectangle 20">
              <a:extLst>
                <a:ext uri="{FF2B5EF4-FFF2-40B4-BE49-F238E27FC236}">
                  <a16:creationId xmlns:a16="http://schemas.microsoft.com/office/drawing/2014/main" id="{5E084A2C-9898-3CC7-4A7B-8DC3234038DE}"/>
                </a:ext>
              </a:extLst>
            </p:cNvPr>
            <p:cNvSpPr/>
            <p:nvPr/>
          </p:nvSpPr>
          <p:spPr>
            <a:xfrm>
              <a:off x="3549435" y="809739"/>
              <a:ext cx="288000" cy="137012"/>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452E508-7296-B5D3-24F4-8465EB11009F}"/>
                </a:ext>
              </a:extLst>
            </p:cNvPr>
            <p:cNvSpPr txBox="1"/>
            <p:nvPr/>
          </p:nvSpPr>
          <p:spPr>
            <a:xfrm>
              <a:off x="3849134" y="751287"/>
              <a:ext cx="800219" cy="253916"/>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Service area</a:t>
              </a:r>
            </a:p>
          </p:txBody>
        </p:sp>
      </p:grpSp>
      <p:sp>
        <p:nvSpPr>
          <p:cNvPr id="9" name="TextBox 8">
            <a:extLst>
              <a:ext uri="{FF2B5EF4-FFF2-40B4-BE49-F238E27FC236}">
                <a16:creationId xmlns:a16="http://schemas.microsoft.com/office/drawing/2014/main" id="{5E42446C-A4DB-D790-2C94-C6E21CFA5590}"/>
              </a:ext>
            </a:extLst>
          </p:cNvPr>
          <p:cNvSpPr txBox="1"/>
          <p:nvPr/>
        </p:nvSpPr>
        <p:spPr>
          <a:xfrm>
            <a:off x="1104815" y="15698"/>
            <a:ext cx="9982412" cy="400110"/>
          </a:xfrm>
          <a:prstGeom prst="rect">
            <a:avLst/>
          </a:prstGeom>
          <a:noFill/>
        </p:spPr>
        <p:txBody>
          <a:bodyPr wrap="none" rtlCol="0">
            <a:spAutoFit/>
          </a:bodyPr>
          <a:lstStyle/>
          <a:p>
            <a:pPr algn="ctr"/>
            <a:r>
              <a:rPr lang="en-US" sz="2000" b="1" dirty="0">
                <a:latin typeface="Cambria" panose="02040503050406030204" pitchFamily="18" charset="0"/>
              </a:rPr>
              <a:t>Where and When People Ride: Spatial Patterns of Seoul’s Public Bike System (2025)</a:t>
            </a:r>
            <a:endParaRPr lang="en-US" sz="2000" dirty="0"/>
          </a:p>
        </p:txBody>
      </p:sp>
      <p:sp>
        <p:nvSpPr>
          <p:cNvPr id="7" name="Rectangle 6">
            <a:extLst>
              <a:ext uri="{FF2B5EF4-FFF2-40B4-BE49-F238E27FC236}">
                <a16:creationId xmlns:a16="http://schemas.microsoft.com/office/drawing/2014/main" id="{EE117A73-5AAC-DB47-2232-6DB46E329559}"/>
              </a:ext>
            </a:extLst>
          </p:cNvPr>
          <p:cNvSpPr/>
          <p:nvPr/>
        </p:nvSpPr>
        <p:spPr>
          <a:xfrm>
            <a:off x="10974762" y="734939"/>
            <a:ext cx="235568" cy="1700191"/>
          </a:xfrm>
          <a:prstGeom prst="rect">
            <a:avLst/>
          </a:prstGeom>
          <a:gradFill>
            <a:gsLst>
              <a:gs pos="50000">
                <a:srgbClr val="F7F5F4"/>
              </a:gs>
              <a:gs pos="0">
                <a:srgbClr val="A9373B"/>
              </a:gs>
              <a:gs pos="100000">
                <a:srgbClr val="3D62A8"/>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300E95D-9CDD-0D5C-9DE0-E9C5B80445BA}"/>
              </a:ext>
            </a:extLst>
          </p:cNvPr>
          <p:cNvSpPr/>
          <p:nvPr/>
        </p:nvSpPr>
        <p:spPr>
          <a:xfrm>
            <a:off x="10974762" y="2772630"/>
            <a:ext cx="235568" cy="1700191"/>
          </a:xfrm>
          <a:prstGeom prst="rect">
            <a:avLst/>
          </a:prstGeom>
          <a:gradFill>
            <a:gsLst>
              <a:gs pos="50000">
                <a:srgbClr val="F7F5F4"/>
              </a:gs>
              <a:gs pos="0">
                <a:srgbClr val="A9373B"/>
              </a:gs>
              <a:gs pos="100000">
                <a:srgbClr val="3D62A8"/>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044DF4-737E-24E7-38B6-11C008CAB2D4}"/>
              </a:ext>
            </a:extLst>
          </p:cNvPr>
          <p:cNvSpPr/>
          <p:nvPr/>
        </p:nvSpPr>
        <p:spPr>
          <a:xfrm>
            <a:off x="10974762" y="4810321"/>
            <a:ext cx="235568" cy="1700191"/>
          </a:xfrm>
          <a:prstGeom prst="rect">
            <a:avLst/>
          </a:prstGeom>
          <a:gradFill>
            <a:gsLst>
              <a:gs pos="50000">
                <a:srgbClr val="F7F5F4"/>
              </a:gs>
              <a:gs pos="0">
                <a:srgbClr val="A9373B"/>
              </a:gs>
              <a:gs pos="100000">
                <a:srgbClr val="3D62A8"/>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map of a city&#10;&#10;AI-generated content may be incorrect.">
            <a:extLst>
              <a:ext uri="{FF2B5EF4-FFF2-40B4-BE49-F238E27FC236}">
                <a16:creationId xmlns:a16="http://schemas.microsoft.com/office/drawing/2014/main" id="{42850D75-D833-24BF-7DE4-F72C1C6BACEA}"/>
              </a:ext>
            </a:extLst>
          </p:cNvPr>
          <p:cNvPicPr>
            <a:picLocks noChangeAspect="1"/>
          </p:cNvPicPr>
          <p:nvPr/>
        </p:nvPicPr>
        <p:blipFill>
          <a:blip r:embed="rId4"/>
          <a:stretch>
            <a:fillRect/>
          </a:stretch>
        </p:blipFill>
        <p:spPr>
          <a:xfrm>
            <a:off x="2869348" y="240880"/>
            <a:ext cx="5625698" cy="4600074"/>
          </a:xfrm>
          <a:prstGeom prst="rect">
            <a:avLst/>
          </a:prstGeom>
        </p:spPr>
      </p:pic>
      <p:pic>
        <p:nvPicPr>
          <p:cNvPr id="18" name="Picture 17" descr="A map of a city&#10;&#10;AI-generated content may be incorrect.">
            <a:extLst>
              <a:ext uri="{FF2B5EF4-FFF2-40B4-BE49-F238E27FC236}">
                <a16:creationId xmlns:a16="http://schemas.microsoft.com/office/drawing/2014/main" id="{4D1332EE-CA0C-06CA-FBCB-814F377C4062}"/>
              </a:ext>
            </a:extLst>
          </p:cNvPr>
          <p:cNvPicPr>
            <a:picLocks noChangeAspect="1"/>
          </p:cNvPicPr>
          <p:nvPr/>
        </p:nvPicPr>
        <p:blipFill>
          <a:blip r:embed="rId5"/>
          <a:stretch>
            <a:fillRect/>
          </a:stretch>
        </p:blipFill>
        <p:spPr>
          <a:xfrm>
            <a:off x="8041543" y="505034"/>
            <a:ext cx="2641591" cy="2160000"/>
          </a:xfrm>
          <a:prstGeom prst="rect">
            <a:avLst/>
          </a:prstGeom>
        </p:spPr>
      </p:pic>
      <p:pic>
        <p:nvPicPr>
          <p:cNvPr id="24" name="Picture 23" descr="A map of a city&#10;&#10;AI-generated content may be incorrect.">
            <a:extLst>
              <a:ext uri="{FF2B5EF4-FFF2-40B4-BE49-F238E27FC236}">
                <a16:creationId xmlns:a16="http://schemas.microsoft.com/office/drawing/2014/main" id="{DBC47C3A-8C8B-E628-C4CE-5FCC60B04973}"/>
              </a:ext>
            </a:extLst>
          </p:cNvPr>
          <p:cNvPicPr>
            <a:picLocks noChangeAspect="1"/>
          </p:cNvPicPr>
          <p:nvPr/>
        </p:nvPicPr>
        <p:blipFill>
          <a:blip r:embed="rId6"/>
          <a:stretch>
            <a:fillRect/>
          </a:stretch>
        </p:blipFill>
        <p:spPr>
          <a:xfrm>
            <a:off x="8041545" y="2542725"/>
            <a:ext cx="2641587" cy="2160000"/>
          </a:xfrm>
          <a:prstGeom prst="rect">
            <a:avLst/>
          </a:prstGeom>
        </p:spPr>
      </p:pic>
      <p:pic>
        <p:nvPicPr>
          <p:cNvPr id="26" name="Picture 25" descr="A map of a city&#10;&#10;AI-generated content may be incorrect.">
            <a:extLst>
              <a:ext uri="{FF2B5EF4-FFF2-40B4-BE49-F238E27FC236}">
                <a16:creationId xmlns:a16="http://schemas.microsoft.com/office/drawing/2014/main" id="{8FA7404F-79E0-4474-FB95-F939C7BF8C56}"/>
              </a:ext>
            </a:extLst>
          </p:cNvPr>
          <p:cNvPicPr>
            <a:picLocks noChangeAspect="1"/>
          </p:cNvPicPr>
          <p:nvPr/>
        </p:nvPicPr>
        <p:blipFill>
          <a:blip r:embed="rId7"/>
          <a:stretch>
            <a:fillRect/>
          </a:stretch>
        </p:blipFill>
        <p:spPr>
          <a:xfrm>
            <a:off x="8041544" y="4580416"/>
            <a:ext cx="2641589" cy="2160000"/>
          </a:xfrm>
          <a:prstGeom prst="rect">
            <a:avLst/>
          </a:prstGeom>
        </p:spPr>
      </p:pic>
      <p:grpSp>
        <p:nvGrpSpPr>
          <p:cNvPr id="56" name="Group 55">
            <a:extLst>
              <a:ext uri="{FF2B5EF4-FFF2-40B4-BE49-F238E27FC236}">
                <a16:creationId xmlns:a16="http://schemas.microsoft.com/office/drawing/2014/main" id="{A89DAA67-4003-1EB9-9143-ED4B14BD5B0D}"/>
              </a:ext>
            </a:extLst>
          </p:cNvPr>
          <p:cNvGrpSpPr/>
          <p:nvPr/>
        </p:nvGrpSpPr>
        <p:grpSpPr>
          <a:xfrm>
            <a:off x="3527381" y="673078"/>
            <a:ext cx="1158017" cy="1090381"/>
            <a:chOff x="2856826" y="673078"/>
            <a:chExt cx="1158017" cy="1090381"/>
          </a:xfrm>
        </p:grpSpPr>
        <p:grpSp>
          <p:nvGrpSpPr>
            <p:cNvPr id="37" name="Group 36">
              <a:extLst>
                <a:ext uri="{FF2B5EF4-FFF2-40B4-BE49-F238E27FC236}">
                  <a16:creationId xmlns:a16="http://schemas.microsoft.com/office/drawing/2014/main" id="{2DFF4156-06C5-225A-6989-8650D9D59EDB}"/>
                </a:ext>
              </a:extLst>
            </p:cNvPr>
            <p:cNvGrpSpPr/>
            <p:nvPr/>
          </p:nvGrpSpPr>
          <p:grpSpPr>
            <a:xfrm>
              <a:off x="2856826" y="673078"/>
              <a:ext cx="494374" cy="246221"/>
              <a:chOff x="1280160" y="1045289"/>
              <a:chExt cx="494374" cy="246221"/>
            </a:xfrm>
          </p:grpSpPr>
          <p:sp>
            <p:nvSpPr>
              <p:cNvPr id="38" name="Rectangle 37">
                <a:extLst>
                  <a:ext uri="{FF2B5EF4-FFF2-40B4-BE49-F238E27FC236}">
                    <a16:creationId xmlns:a16="http://schemas.microsoft.com/office/drawing/2014/main" id="{00A2E459-7243-C194-73D0-8FD5428B8A97}"/>
                  </a:ext>
                </a:extLst>
              </p:cNvPr>
              <p:cNvSpPr/>
              <p:nvPr/>
            </p:nvSpPr>
            <p:spPr>
              <a:xfrm>
                <a:off x="1280160" y="1097279"/>
                <a:ext cx="252000" cy="142240"/>
              </a:xfrm>
              <a:prstGeom prst="rect">
                <a:avLst/>
              </a:prstGeom>
              <a:solidFill>
                <a:schemeClr val="bg1"/>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441B9B-B8AF-358A-7D70-075C50FC3655}"/>
                  </a:ext>
                </a:extLst>
              </p:cNvPr>
              <p:cNvSpPr txBox="1"/>
              <p:nvPr/>
            </p:nvSpPr>
            <p:spPr>
              <a:xfrm>
                <a:off x="1532160" y="1045289"/>
                <a:ext cx="242374"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0</a:t>
                </a:r>
              </a:p>
            </p:txBody>
          </p:sp>
        </p:grpSp>
        <p:grpSp>
          <p:nvGrpSpPr>
            <p:cNvPr id="40" name="Group 39">
              <a:extLst>
                <a:ext uri="{FF2B5EF4-FFF2-40B4-BE49-F238E27FC236}">
                  <a16:creationId xmlns:a16="http://schemas.microsoft.com/office/drawing/2014/main" id="{31DEA929-ED41-A88A-121C-BC11B9CCE411}"/>
                </a:ext>
              </a:extLst>
            </p:cNvPr>
            <p:cNvGrpSpPr/>
            <p:nvPr/>
          </p:nvGrpSpPr>
          <p:grpSpPr>
            <a:xfrm>
              <a:off x="2856826" y="841910"/>
              <a:ext cx="956039" cy="246221"/>
              <a:chOff x="1280160" y="1214121"/>
              <a:chExt cx="956039" cy="246221"/>
            </a:xfrm>
          </p:grpSpPr>
          <p:sp>
            <p:nvSpPr>
              <p:cNvPr id="41" name="Rectangle 40">
                <a:extLst>
                  <a:ext uri="{FF2B5EF4-FFF2-40B4-BE49-F238E27FC236}">
                    <a16:creationId xmlns:a16="http://schemas.microsoft.com/office/drawing/2014/main" id="{93332A5E-1715-5FB4-D909-6CB0249E6397}"/>
                  </a:ext>
                </a:extLst>
              </p:cNvPr>
              <p:cNvSpPr/>
              <p:nvPr/>
            </p:nvSpPr>
            <p:spPr>
              <a:xfrm>
                <a:off x="1280160" y="1266111"/>
                <a:ext cx="252000" cy="142240"/>
              </a:xfrm>
              <a:prstGeom prst="rect">
                <a:avLst/>
              </a:prstGeom>
              <a:solidFill>
                <a:srgbClr val="FBEBDD"/>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BC8CBC4-BF44-A165-D582-F8B708F17602}"/>
                  </a:ext>
                </a:extLst>
              </p:cNvPr>
              <p:cNvSpPr txBox="1"/>
              <p:nvPr/>
            </p:nvSpPr>
            <p:spPr>
              <a:xfrm>
                <a:off x="1532160" y="1214121"/>
                <a:ext cx="704039"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0.00–51.20</a:t>
                </a:r>
              </a:p>
            </p:txBody>
          </p:sp>
        </p:grpSp>
        <p:grpSp>
          <p:nvGrpSpPr>
            <p:cNvPr id="44" name="Group 43">
              <a:extLst>
                <a:ext uri="{FF2B5EF4-FFF2-40B4-BE49-F238E27FC236}">
                  <a16:creationId xmlns:a16="http://schemas.microsoft.com/office/drawing/2014/main" id="{7A0319F4-B5A3-9750-3514-E8FCFECA88A2}"/>
                </a:ext>
              </a:extLst>
            </p:cNvPr>
            <p:cNvGrpSpPr/>
            <p:nvPr/>
          </p:nvGrpSpPr>
          <p:grpSpPr>
            <a:xfrm>
              <a:off x="2856826" y="1010742"/>
              <a:ext cx="1071455" cy="246221"/>
              <a:chOff x="1280160" y="1382953"/>
              <a:chExt cx="1071455" cy="246221"/>
            </a:xfrm>
          </p:grpSpPr>
          <p:sp>
            <p:nvSpPr>
              <p:cNvPr id="45" name="Rectangle 44">
                <a:extLst>
                  <a:ext uri="{FF2B5EF4-FFF2-40B4-BE49-F238E27FC236}">
                    <a16:creationId xmlns:a16="http://schemas.microsoft.com/office/drawing/2014/main" id="{8439DD75-BB8D-61EE-5D72-A32D8C598E11}"/>
                  </a:ext>
                </a:extLst>
              </p:cNvPr>
              <p:cNvSpPr/>
              <p:nvPr/>
            </p:nvSpPr>
            <p:spPr>
              <a:xfrm>
                <a:off x="1280160" y="1434943"/>
                <a:ext cx="252000" cy="142240"/>
              </a:xfrm>
              <a:prstGeom prst="rect">
                <a:avLst/>
              </a:prstGeom>
              <a:solidFill>
                <a:srgbClr val="F4865E"/>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2B00945-1624-A0DB-09B2-DAF51088EAA5}"/>
                  </a:ext>
                </a:extLst>
              </p:cNvPr>
              <p:cNvSpPr txBox="1"/>
              <p:nvPr/>
            </p:nvSpPr>
            <p:spPr>
              <a:xfrm>
                <a:off x="1532160" y="1382953"/>
                <a:ext cx="819455"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51.20–110.44</a:t>
                </a:r>
              </a:p>
            </p:txBody>
          </p:sp>
        </p:grpSp>
        <p:grpSp>
          <p:nvGrpSpPr>
            <p:cNvPr id="47" name="Group 46">
              <a:extLst>
                <a:ext uri="{FF2B5EF4-FFF2-40B4-BE49-F238E27FC236}">
                  <a16:creationId xmlns:a16="http://schemas.microsoft.com/office/drawing/2014/main" id="{EA8E4CAC-D499-5466-CDFE-1D26DF366ED6}"/>
                </a:ext>
              </a:extLst>
            </p:cNvPr>
            <p:cNvGrpSpPr/>
            <p:nvPr/>
          </p:nvGrpSpPr>
          <p:grpSpPr>
            <a:xfrm>
              <a:off x="2856826" y="1179574"/>
              <a:ext cx="1129163" cy="246221"/>
              <a:chOff x="1280160" y="1551785"/>
              <a:chExt cx="1129163" cy="246221"/>
            </a:xfrm>
          </p:grpSpPr>
          <p:sp>
            <p:nvSpPr>
              <p:cNvPr id="48" name="Rectangle 47">
                <a:extLst>
                  <a:ext uri="{FF2B5EF4-FFF2-40B4-BE49-F238E27FC236}">
                    <a16:creationId xmlns:a16="http://schemas.microsoft.com/office/drawing/2014/main" id="{4F589B4B-434E-553B-EA5D-024AEA44BE35}"/>
                  </a:ext>
                </a:extLst>
              </p:cNvPr>
              <p:cNvSpPr/>
              <p:nvPr/>
            </p:nvSpPr>
            <p:spPr>
              <a:xfrm>
                <a:off x="1280160" y="1603775"/>
                <a:ext cx="252000" cy="142240"/>
              </a:xfrm>
              <a:prstGeom prst="rect">
                <a:avLst/>
              </a:prstGeom>
              <a:solidFill>
                <a:srgbClr val="CA1A50"/>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3AFE6A59-838B-BBD8-3BFE-6534282CFE59}"/>
                  </a:ext>
                </a:extLst>
              </p:cNvPr>
              <p:cNvSpPr txBox="1"/>
              <p:nvPr/>
            </p:nvSpPr>
            <p:spPr>
              <a:xfrm>
                <a:off x="1532160" y="1551785"/>
                <a:ext cx="877163"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110.44–199.32</a:t>
                </a:r>
              </a:p>
            </p:txBody>
          </p:sp>
        </p:grpSp>
        <p:grpSp>
          <p:nvGrpSpPr>
            <p:cNvPr id="50" name="Group 49">
              <a:extLst>
                <a:ext uri="{FF2B5EF4-FFF2-40B4-BE49-F238E27FC236}">
                  <a16:creationId xmlns:a16="http://schemas.microsoft.com/office/drawing/2014/main" id="{3D9D0CCB-008E-7D33-0293-232F2CBF81B6}"/>
                </a:ext>
              </a:extLst>
            </p:cNvPr>
            <p:cNvGrpSpPr/>
            <p:nvPr/>
          </p:nvGrpSpPr>
          <p:grpSpPr>
            <a:xfrm>
              <a:off x="2856826" y="1348406"/>
              <a:ext cx="1158017" cy="246221"/>
              <a:chOff x="1280160" y="1720617"/>
              <a:chExt cx="1158017" cy="246221"/>
            </a:xfrm>
          </p:grpSpPr>
          <p:sp>
            <p:nvSpPr>
              <p:cNvPr id="51" name="Rectangle 50">
                <a:extLst>
                  <a:ext uri="{FF2B5EF4-FFF2-40B4-BE49-F238E27FC236}">
                    <a16:creationId xmlns:a16="http://schemas.microsoft.com/office/drawing/2014/main" id="{EBA28D50-434C-55C2-A9EA-79425D685069}"/>
                  </a:ext>
                </a:extLst>
              </p:cNvPr>
              <p:cNvSpPr/>
              <p:nvPr/>
            </p:nvSpPr>
            <p:spPr>
              <a:xfrm>
                <a:off x="1280160" y="1772607"/>
                <a:ext cx="252000" cy="142240"/>
              </a:xfrm>
              <a:prstGeom prst="rect">
                <a:avLst/>
              </a:prstGeom>
              <a:solidFill>
                <a:srgbClr val="601E52"/>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CEEC928-AD66-832C-8171-193F7EA8A669}"/>
                  </a:ext>
                </a:extLst>
              </p:cNvPr>
              <p:cNvSpPr txBox="1"/>
              <p:nvPr/>
            </p:nvSpPr>
            <p:spPr>
              <a:xfrm>
                <a:off x="1532160" y="1720617"/>
                <a:ext cx="906017"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199.32–379.72</a:t>
                </a:r>
              </a:p>
            </p:txBody>
          </p:sp>
        </p:grpSp>
        <p:grpSp>
          <p:nvGrpSpPr>
            <p:cNvPr id="53" name="Group 52">
              <a:extLst>
                <a:ext uri="{FF2B5EF4-FFF2-40B4-BE49-F238E27FC236}">
                  <a16:creationId xmlns:a16="http://schemas.microsoft.com/office/drawing/2014/main" id="{3DCA6DB8-1693-B0E7-5C57-BBFB870768A2}"/>
                </a:ext>
              </a:extLst>
            </p:cNvPr>
            <p:cNvGrpSpPr/>
            <p:nvPr/>
          </p:nvGrpSpPr>
          <p:grpSpPr>
            <a:xfrm>
              <a:off x="2856826" y="1517238"/>
              <a:ext cx="1129163" cy="246221"/>
              <a:chOff x="1280160" y="1889449"/>
              <a:chExt cx="1129163" cy="246221"/>
            </a:xfrm>
          </p:grpSpPr>
          <p:sp>
            <p:nvSpPr>
              <p:cNvPr id="54" name="Rectangle 53">
                <a:extLst>
                  <a:ext uri="{FF2B5EF4-FFF2-40B4-BE49-F238E27FC236}">
                    <a16:creationId xmlns:a16="http://schemas.microsoft.com/office/drawing/2014/main" id="{16D5A97A-6DC7-2AE7-4C41-6F681A713B83}"/>
                  </a:ext>
                </a:extLst>
              </p:cNvPr>
              <p:cNvSpPr/>
              <p:nvPr/>
            </p:nvSpPr>
            <p:spPr>
              <a:xfrm>
                <a:off x="1280160" y="1941439"/>
                <a:ext cx="252000" cy="142240"/>
              </a:xfrm>
              <a:prstGeom prst="rect">
                <a:avLst/>
              </a:prstGeom>
              <a:solidFill>
                <a:srgbClr val="030519"/>
              </a:solid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D92324AC-A53D-7C8B-5620-4ECFCA5552E0}"/>
                  </a:ext>
                </a:extLst>
              </p:cNvPr>
              <p:cNvSpPr txBox="1"/>
              <p:nvPr/>
            </p:nvSpPr>
            <p:spPr>
              <a:xfrm>
                <a:off x="1532160" y="1889449"/>
                <a:ext cx="877163" cy="246221"/>
              </a:xfrm>
              <a:prstGeom prst="rect">
                <a:avLst/>
              </a:prstGeom>
              <a:noFill/>
            </p:spPr>
            <p:txBody>
              <a:bodyPr wrap="none" rtlCol="0">
                <a:spAutoFit/>
              </a:bodyPr>
              <a:lstStyle/>
              <a:p>
                <a:r>
                  <a:rPr lang="en-US" sz="1000" dirty="0">
                    <a:latin typeface="Arial Narrow" panose="020B0604020202020204" pitchFamily="34" charset="0"/>
                    <a:cs typeface="Arial Narrow" panose="020B0604020202020204" pitchFamily="34" charset="0"/>
                  </a:rPr>
                  <a:t>379.72–880.87</a:t>
                </a:r>
              </a:p>
            </p:txBody>
          </p:sp>
        </p:grpSp>
      </p:grpSp>
      <p:sp>
        <p:nvSpPr>
          <p:cNvPr id="57" name="TextBox 56">
            <a:extLst>
              <a:ext uri="{FF2B5EF4-FFF2-40B4-BE49-F238E27FC236}">
                <a16:creationId xmlns:a16="http://schemas.microsoft.com/office/drawing/2014/main" id="{022E1514-CE53-76E8-C5D5-5E44F611D818}"/>
              </a:ext>
            </a:extLst>
          </p:cNvPr>
          <p:cNvSpPr txBox="1"/>
          <p:nvPr/>
        </p:nvSpPr>
        <p:spPr>
          <a:xfrm>
            <a:off x="1129737" y="3674760"/>
            <a:ext cx="946093" cy="253916"/>
          </a:xfrm>
          <a:prstGeom prst="rect">
            <a:avLst/>
          </a:prstGeom>
          <a:noFill/>
        </p:spPr>
        <p:txBody>
          <a:bodyPr wrap="none" rtlCol="0">
            <a:spAutoFit/>
          </a:bodyPr>
          <a:lstStyle/>
          <a:p>
            <a:r>
              <a:rPr lang="en-US" sz="1050" b="1" dirty="0"/>
              <a:t>&lt; </a:t>
            </a:r>
            <a:r>
              <a:rPr lang="en-US" sz="1050" b="1" dirty="0">
                <a:latin typeface="Arial Narrow" panose="020B0604020202020204" pitchFamily="34" charset="0"/>
                <a:cs typeface="Arial Narrow" panose="020B0604020202020204" pitchFamily="34" charset="0"/>
              </a:rPr>
              <a:t>Study area</a:t>
            </a:r>
            <a:r>
              <a:rPr lang="en-US" sz="1050" b="1" dirty="0"/>
              <a:t> &gt;</a:t>
            </a:r>
          </a:p>
        </p:txBody>
      </p:sp>
      <p:sp>
        <p:nvSpPr>
          <p:cNvPr id="58" name="TextBox 57">
            <a:extLst>
              <a:ext uri="{FF2B5EF4-FFF2-40B4-BE49-F238E27FC236}">
                <a16:creationId xmlns:a16="http://schemas.microsoft.com/office/drawing/2014/main" id="{B5F3AA4E-B72F-23F1-48E3-2CAD094B5FA3}"/>
              </a:ext>
            </a:extLst>
          </p:cNvPr>
          <p:cNvSpPr txBox="1"/>
          <p:nvPr/>
        </p:nvSpPr>
        <p:spPr>
          <a:xfrm>
            <a:off x="3407644" y="454677"/>
            <a:ext cx="2555508" cy="253916"/>
          </a:xfrm>
          <a:prstGeom prst="rect">
            <a:avLst/>
          </a:prstGeom>
          <a:noFill/>
        </p:spPr>
        <p:txBody>
          <a:bodyPr wrap="none" rtlCol="0">
            <a:spAutoFit/>
          </a:bodyPr>
          <a:lstStyle/>
          <a:p>
            <a:pPr algn="ctr"/>
            <a:r>
              <a:rPr lang="en-US" sz="1050" b="1" dirty="0"/>
              <a:t>&lt; </a:t>
            </a:r>
            <a:r>
              <a:rPr lang="en-US" sz="1050" b="1" dirty="0">
                <a:latin typeface="Arial Narrow" panose="020B0604020202020204" pitchFamily="34" charset="0"/>
                <a:cs typeface="Arial Narrow" panose="020B0604020202020204" pitchFamily="34" charset="0"/>
              </a:rPr>
              <a:t>Annual average activity (inflow + outflow) </a:t>
            </a:r>
            <a:r>
              <a:rPr lang="en-US" sz="1050" b="1" dirty="0"/>
              <a:t>&gt;</a:t>
            </a:r>
          </a:p>
        </p:txBody>
      </p:sp>
      <p:sp>
        <p:nvSpPr>
          <p:cNvPr id="59" name="TextBox 58">
            <a:extLst>
              <a:ext uri="{FF2B5EF4-FFF2-40B4-BE49-F238E27FC236}">
                <a16:creationId xmlns:a16="http://schemas.microsoft.com/office/drawing/2014/main" id="{5CB3493B-221A-7A6D-4E52-AF0020D82F20}"/>
              </a:ext>
            </a:extLst>
          </p:cNvPr>
          <p:cNvSpPr txBox="1"/>
          <p:nvPr/>
        </p:nvSpPr>
        <p:spPr>
          <a:xfrm rot="5400000">
            <a:off x="10607396" y="1458076"/>
            <a:ext cx="1571264" cy="253916"/>
          </a:xfrm>
          <a:prstGeom prst="rect">
            <a:avLst/>
          </a:prstGeom>
          <a:noFill/>
        </p:spPr>
        <p:txBody>
          <a:bodyPr wrap="none" rtlCol="0">
            <a:spAutoFit/>
          </a:bodyPr>
          <a:lstStyle/>
          <a:p>
            <a:pPr algn="ctr"/>
            <a:r>
              <a:rPr lang="en-US" sz="1050" b="1" dirty="0">
                <a:latin typeface="Arial Narrow" panose="020B0604020202020204" pitchFamily="34" charset="0"/>
                <a:cs typeface="Arial Narrow" panose="020B0604020202020204" pitchFamily="34" charset="0"/>
              </a:rPr>
              <a:t>Log(Weekend / Weekdays)</a:t>
            </a:r>
          </a:p>
        </p:txBody>
      </p:sp>
      <p:sp>
        <p:nvSpPr>
          <p:cNvPr id="60" name="TextBox 59">
            <a:extLst>
              <a:ext uri="{FF2B5EF4-FFF2-40B4-BE49-F238E27FC236}">
                <a16:creationId xmlns:a16="http://schemas.microsoft.com/office/drawing/2014/main" id="{EEF9E464-266F-EEDA-67B1-8B63095BCBA1}"/>
              </a:ext>
            </a:extLst>
          </p:cNvPr>
          <p:cNvSpPr txBox="1"/>
          <p:nvPr/>
        </p:nvSpPr>
        <p:spPr>
          <a:xfrm>
            <a:off x="444453" y="6644638"/>
            <a:ext cx="11303094" cy="246221"/>
          </a:xfrm>
          <a:prstGeom prst="rect">
            <a:avLst/>
          </a:prstGeom>
          <a:noFill/>
        </p:spPr>
        <p:txBody>
          <a:bodyPr wrap="none" rtlCol="0">
            <a:spAutoFit/>
          </a:bodyPr>
          <a:lstStyle/>
          <a:p>
            <a:pPr algn="ctr"/>
            <a:r>
              <a:rPr lang="en-US" sz="1000" dirty="0">
                <a:latin typeface="Arial Narrow" panose="020B0604020202020204" pitchFamily="34" charset="0"/>
                <a:cs typeface="Arial Narrow" panose="020B0604020202020204" pitchFamily="34" charset="0"/>
              </a:rPr>
              <a:t>Yunsik Kim | GEOG 8005 | February 25, 2026 | Coordinate system: KGD 2002 / Unified CS (EPSG: 5179) | Data sources: SGIS Korea, Seoul Metropolitan Government, Ministry of Land, Infrastructure and Transportation of Korean Government</a:t>
            </a:r>
          </a:p>
        </p:txBody>
      </p:sp>
      <p:sp>
        <p:nvSpPr>
          <p:cNvPr id="61" name="TextBox 60">
            <a:extLst>
              <a:ext uri="{FF2B5EF4-FFF2-40B4-BE49-F238E27FC236}">
                <a16:creationId xmlns:a16="http://schemas.microsoft.com/office/drawing/2014/main" id="{C368EF44-C991-3D9F-784A-355C41CE27BB}"/>
              </a:ext>
            </a:extLst>
          </p:cNvPr>
          <p:cNvSpPr txBox="1"/>
          <p:nvPr/>
        </p:nvSpPr>
        <p:spPr>
          <a:xfrm rot="5400000">
            <a:off x="10832458" y="3414976"/>
            <a:ext cx="1282723" cy="415498"/>
          </a:xfrm>
          <a:prstGeom prst="rect">
            <a:avLst/>
          </a:prstGeom>
          <a:noFill/>
        </p:spPr>
        <p:txBody>
          <a:bodyPr wrap="none" rtlCol="0">
            <a:spAutoFit/>
          </a:bodyPr>
          <a:lstStyle/>
          <a:p>
            <a:pPr algn="ctr"/>
            <a:r>
              <a:rPr lang="en-US" sz="1050" b="1" dirty="0">
                <a:latin typeface="Arial Narrow" panose="020B0604020202020204" pitchFamily="34" charset="0"/>
                <a:cs typeface="Arial Narrow" panose="020B0604020202020204" pitchFamily="34" charset="0"/>
              </a:rPr>
              <a:t>Log(Inflow / Outflow)</a:t>
            </a:r>
            <a:br>
              <a:rPr lang="en-US" sz="1050" b="1" dirty="0">
                <a:latin typeface="Arial Narrow" panose="020B0604020202020204" pitchFamily="34" charset="0"/>
                <a:cs typeface="Arial Narrow" panose="020B0604020202020204" pitchFamily="34" charset="0"/>
              </a:rPr>
            </a:br>
            <a:r>
              <a:rPr lang="en-US" sz="1050" b="1" dirty="0">
                <a:latin typeface="Arial Narrow" panose="020B0604020202020204" pitchFamily="34" charset="0"/>
                <a:cs typeface="Arial Narrow" panose="020B0604020202020204" pitchFamily="34" charset="0"/>
              </a:rPr>
              <a:t>(morning rush hour)</a:t>
            </a:r>
          </a:p>
        </p:txBody>
      </p:sp>
      <p:sp>
        <p:nvSpPr>
          <p:cNvPr id="62" name="TextBox 61">
            <a:extLst>
              <a:ext uri="{FF2B5EF4-FFF2-40B4-BE49-F238E27FC236}">
                <a16:creationId xmlns:a16="http://schemas.microsoft.com/office/drawing/2014/main" id="{A12CB0CE-F644-D8B0-8D7B-F882A7B1D46E}"/>
              </a:ext>
            </a:extLst>
          </p:cNvPr>
          <p:cNvSpPr txBox="1"/>
          <p:nvPr/>
        </p:nvSpPr>
        <p:spPr>
          <a:xfrm rot="5400000">
            <a:off x="10832458" y="5452667"/>
            <a:ext cx="1282723" cy="415498"/>
          </a:xfrm>
          <a:prstGeom prst="rect">
            <a:avLst/>
          </a:prstGeom>
          <a:noFill/>
        </p:spPr>
        <p:txBody>
          <a:bodyPr wrap="none" rtlCol="0">
            <a:spAutoFit/>
          </a:bodyPr>
          <a:lstStyle/>
          <a:p>
            <a:pPr algn="ctr"/>
            <a:r>
              <a:rPr lang="en-US" sz="1050" b="1" dirty="0">
                <a:latin typeface="Arial Narrow" panose="020B0604020202020204" pitchFamily="34" charset="0"/>
                <a:cs typeface="Arial Narrow" panose="020B0604020202020204" pitchFamily="34" charset="0"/>
              </a:rPr>
              <a:t>Log(Inflow / Outflow)</a:t>
            </a:r>
          </a:p>
          <a:p>
            <a:pPr algn="ctr"/>
            <a:r>
              <a:rPr lang="en-US" sz="1050" b="1" dirty="0">
                <a:latin typeface="Arial Narrow" panose="020B0604020202020204" pitchFamily="34" charset="0"/>
                <a:cs typeface="Arial Narrow" panose="020B0604020202020204" pitchFamily="34" charset="0"/>
              </a:rPr>
              <a:t>(evening rush hour)</a:t>
            </a:r>
          </a:p>
        </p:txBody>
      </p:sp>
      <p:sp>
        <p:nvSpPr>
          <p:cNvPr id="63" name="TextBox 62">
            <a:extLst>
              <a:ext uri="{FF2B5EF4-FFF2-40B4-BE49-F238E27FC236}">
                <a16:creationId xmlns:a16="http://schemas.microsoft.com/office/drawing/2014/main" id="{093C1CC2-E06F-4221-65B4-84CB9C928A72}"/>
              </a:ext>
            </a:extLst>
          </p:cNvPr>
          <p:cNvSpPr txBox="1"/>
          <p:nvPr/>
        </p:nvSpPr>
        <p:spPr>
          <a:xfrm>
            <a:off x="10732832" y="1507074"/>
            <a:ext cx="242374"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0</a:t>
            </a:r>
          </a:p>
        </p:txBody>
      </p:sp>
      <p:sp>
        <p:nvSpPr>
          <p:cNvPr id="64" name="TextBox 63">
            <a:extLst>
              <a:ext uri="{FF2B5EF4-FFF2-40B4-BE49-F238E27FC236}">
                <a16:creationId xmlns:a16="http://schemas.microsoft.com/office/drawing/2014/main" id="{8230F93C-22DF-801B-2B6D-85A9A7D33757}"/>
              </a:ext>
            </a:extLst>
          </p:cNvPr>
          <p:cNvSpPr txBox="1"/>
          <p:nvPr/>
        </p:nvSpPr>
        <p:spPr>
          <a:xfrm>
            <a:off x="10732832" y="3499614"/>
            <a:ext cx="242374"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0</a:t>
            </a:r>
          </a:p>
        </p:txBody>
      </p:sp>
      <p:sp>
        <p:nvSpPr>
          <p:cNvPr id="65" name="TextBox 64">
            <a:extLst>
              <a:ext uri="{FF2B5EF4-FFF2-40B4-BE49-F238E27FC236}">
                <a16:creationId xmlns:a16="http://schemas.microsoft.com/office/drawing/2014/main" id="{76811E2D-6B6B-23F2-6CCE-21B5C13A77E8}"/>
              </a:ext>
            </a:extLst>
          </p:cNvPr>
          <p:cNvSpPr txBox="1"/>
          <p:nvPr/>
        </p:nvSpPr>
        <p:spPr>
          <a:xfrm>
            <a:off x="10732832" y="5540411"/>
            <a:ext cx="242374"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0</a:t>
            </a:r>
          </a:p>
        </p:txBody>
      </p:sp>
      <p:sp>
        <p:nvSpPr>
          <p:cNvPr id="67" name="TextBox 66">
            <a:extLst>
              <a:ext uri="{FF2B5EF4-FFF2-40B4-BE49-F238E27FC236}">
                <a16:creationId xmlns:a16="http://schemas.microsoft.com/office/drawing/2014/main" id="{23A501B1-D9C5-D283-FB0B-BF4DEBF697FD}"/>
              </a:ext>
            </a:extLst>
          </p:cNvPr>
          <p:cNvSpPr txBox="1"/>
          <p:nvPr/>
        </p:nvSpPr>
        <p:spPr>
          <a:xfrm>
            <a:off x="10646269" y="734034"/>
            <a:ext cx="328937"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1.0</a:t>
            </a:r>
          </a:p>
        </p:txBody>
      </p:sp>
      <p:sp>
        <p:nvSpPr>
          <p:cNvPr id="68" name="TextBox 67">
            <a:extLst>
              <a:ext uri="{FF2B5EF4-FFF2-40B4-BE49-F238E27FC236}">
                <a16:creationId xmlns:a16="http://schemas.microsoft.com/office/drawing/2014/main" id="{194065F1-0A7D-DF0D-BEC6-F098058AC4E4}"/>
              </a:ext>
            </a:extLst>
          </p:cNvPr>
          <p:cNvSpPr txBox="1"/>
          <p:nvPr/>
        </p:nvSpPr>
        <p:spPr>
          <a:xfrm>
            <a:off x="10611003" y="2182697"/>
            <a:ext cx="364203"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-2.5</a:t>
            </a:r>
          </a:p>
        </p:txBody>
      </p:sp>
      <p:sp>
        <p:nvSpPr>
          <p:cNvPr id="69" name="TextBox 68">
            <a:extLst>
              <a:ext uri="{FF2B5EF4-FFF2-40B4-BE49-F238E27FC236}">
                <a16:creationId xmlns:a16="http://schemas.microsoft.com/office/drawing/2014/main" id="{990CFD1F-F037-938A-C952-E472951EE17F}"/>
              </a:ext>
            </a:extLst>
          </p:cNvPr>
          <p:cNvSpPr txBox="1"/>
          <p:nvPr/>
        </p:nvSpPr>
        <p:spPr>
          <a:xfrm>
            <a:off x="10646269" y="2778738"/>
            <a:ext cx="328937"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2.0</a:t>
            </a:r>
          </a:p>
        </p:txBody>
      </p:sp>
      <p:sp>
        <p:nvSpPr>
          <p:cNvPr id="70" name="TextBox 69">
            <a:extLst>
              <a:ext uri="{FF2B5EF4-FFF2-40B4-BE49-F238E27FC236}">
                <a16:creationId xmlns:a16="http://schemas.microsoft.com/office/drawing/2014/main" id="{285531D7-FB85-7306-AB48-A3C701F30B96}"/>
              </a:ext>
            </a:extLst>
          </p:cNvPr>
          <p:cNvSpPr txBox="1"/>
          <p:nvPr/>
        </p:nvSpPr>
        <p:spPr>
          <a:xfrm>
            <a:off x="10611003" y="4214743"/>
            <a:ext cx="364203"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-2.0</a:t>
            </a:r>
          </a:p>
        </p:txBody>
      </p:sp>
      <p:sp>
        <p:nvSpPr>
          <p:cNvPr id="71" name="TextBox 70">
            <a:extLst>
              <a:ext uri="{FF2B5EF4-FFF2-40B4-BE49-F238E27FC236}">
                <a16:creationId xmlns:a16="http://schemas.microsoft.com/office/drawing/2014/main" id="{BDA2C1FD-7E83-8D8E-36E2-365A7BD3502B}"/>
              </a:ext>
            </a:extLst>
          </p:cNvPr>
          <p:cNvSpPr txBox="1"/>
          <p:nvPr/>
        </p:nvSpPr>
        <p:spPr>
          <a:xfrm>
            <a:off x="10646269" y="4810321"/>
            <a:ext cx="328937"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1.0</a:t>
            </a:r>
          </a:p>
        </p:txBody>
      </p:sp>
      <p:sp>
        <p:nvSpPr>
          <p:cNvPr id="72" name="TextBox 71">
            <a:extLst>
              <a:ext uri="{FF2B5EF4-FFF2-40B4-BE49-F238E27FC236}">
                <a16:creationId xmlns:a16="http://schemas.microsoft.com/office/drawing/2014/main" id="{A1027FE8-408C-6CF2-2C79-70EF879688AC}"/>
              </a:ext>
            </a:extLst>
          </p:cNvPr>
          <p:cNvSpPr txBox="1"/>
          <p:nvPr/>
        </p:nvSpPr>
        <p:spPr>
          <a:xfrm>
            <a:off x="10611003" y="6259447"/>
            <a:ext cx="364203" cy="246221"/>
          </a:xfrm>
          <a:prstGeom prst="rect">
            <a:avLst/>
          </a:prstGeom>
          <a:noFill/>
        </p:spPr>
        <p:txBody>
          <a:bodyPr wrap="none" rtlCol="0">
            <a:spAutoFit/>
          </a:bodyPr>
          <a:lstStyle/>
          <a:p>
            <a:pPr algn="r"/>
            <a:r>
              <a:rPr lang="en-US" sz="1000" dirty="0">
                <a:latin typeface="Arial Narrow" panose="020B0604020202020204" pitchFamily="34" charset="0"/>
                <a:cs typeface="Arial Narrow" panose="020B0604020202020204" pitchFamily="34" charset="0"/>
              </a:rPr>
              <a:t>-2.5</a:t>
            </a:r>
          </a:p>
        </p:txBody>
      </p:sp>
      <p:pic>
        <p:nvPicPr>
          <p:cNvPr id="73" name="Picture 72">
            <a:extLst>
              <a:ext uri="{FF2B5EF4-FFF2-40B4-BE49-F238E27FC236}">
                <a16:creationId xmlns:a16="http://schemas.microsoft.com/office/drawing/2014/main" id="{5651C8EB-C6CF-19CF-CCFE-38918CF16C0B}"/>
              </a:ext>
            </a:extLst>
          </p:cNvPr>
          <p:cNvPicPr>
            <a:picLocks noChangeAspect="1"/>
          </p:cNvPicPr>
          <p:nvPr/>
        </p:nvPicPr>
        <p:blipFill>
          <a:blip r:embed="rId8"/>
          <a:stretch>
            <a:fillRect/>
          </a:stretch>
        </p:blipFill>
        <p:spPr>
          <a:xfrm>
            <a:off x="149661" y="4221136"/>
            <a:ext cx="4199043" cy="2373372"/>
          </a:xfrm>
          <a:prstGeom prst="rect">
            <a:avLst/>
          </a:prstGeom>
        </p:spPr>
      </p:pic>
      <p:pic>
        <p:nvPicPr>
          <p:cNvPr id="77" name="Graphic 76">
            <a:extLst>
              <a:ext uri="{FF2B5EF4-FFF2-40B4-BE49-F238E27FC236}">
                <a16:creationId xmlns:a16="http://schemas.microsoft.com/office/drawing/2014/main" id="{144AC11B-00EA-3A38-8C66-D8A1A761D42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6862" y="699927"/>
            <a:ext cx="2491842" cy="516213"/>
          </a:xfrm>
          <a:prstGeom prst="rect">
            <a:avLst/>
          </a:prstGeom>
        </p:spPr>
      </p:pic>
      <p:sp>
        <p:nvSpPr>
          <p:cNvPr id="78" name="Rectangle 77">
            <a:extLst>
              <a:ext uri="{FF2B5EF4-FFF2-40B4-BE49-F238E27FC236}">
                <a16:creationId xmlns:a16="http://schemas.microsoft.com/office/drawing/2014/main" id="{38C6DD57-3A28-A82D-6D82-E5B2FA7E816C}"/>
              </a:ext>
            </a:extLst>
          </p:cNvPr>
          <p:cNvSpPr/>
          <p:nvPr/>
        </p:nvSpPr>
        <p:spPr>
          <a:xfrm>
            <a:off x="4398403" y="4840954"/>
            <a:ext cx="3702504" cy="1753554"/>
          </a:xfrm>
          <a:prstGeom prst="rect">
            <a:avLst/>
          </a:prstGeom>
          <a:noFill/>
          <a:ln w="9525">
            <a:solidFill>
              <a:srgbClr val="0255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Courier New" panose="02070309020205020404" pitchFamily="49" charset="0"/>
              <a:buChar char="o"/>
            </a:pPr>
            <a:r>
              <a:rPr lang="en-US" altLang="ko-KR" sz="1100" dirty="0">
                <a:solidFill>
                  <a:schemeClr val="tx1"/>
                </a:solidFill>
                <a:latin typeface="Arial Narrow" panose="020B0604020202020204" pitchFamily="34" charset="0"/>
                <a:cs typeface="Arial Narrow" panose="020B0604020202020204" pitchFamily="34" charset="0"/>
              </a:rPr>
              <a:t>Overall trip activity is more concentrated in peripheral areas than in the city center</a:t>
            </a:r>
          </a:p>
          <a:p>
            <a:pPr marL="285750" indent="-285750">
              <a:lnSpc>
                <a:spcPct val="150000"/>
              </a:lnSpc>
              <a:buFont typeface="Courier New" panose="02070309020205020404" pitchFamily="49" charset="0"/>
              <a:buChar char="o"/>
            </a:pPr>
            <a:r>
              <a:rPr lang="en-US" altLang="ko-KR" sz="1100" dirty="0">
                <a:solidFill>
                  <a:schemeClr val="tx1"/>
                </a:solidFill>
                <a:latin typeface="Arial Narrow" panose="020B0604020202020204" pitchFamily="34" charset="0"/>
                <a:cs typeface="Arial Narrow" panose="020B0604020202020204" pitchFamily="34" charset="0"/>
              </a:rPr>
              <a:t>Compared to weekdays, weekend trips are strongly concentrated along the river</a:t>
            </a:r>
          </a:p>
          <a:p>
            <a:pPr marL="285750" indent="-285750">
              <a:lnSpc>
                <a:spcPct val="150000"/>
              </a:lnSpc>
              <a:buFont typeface="Courier New" panose="02070309020205020404" pitchFamily="49" charset="0"/>
              <a:buChar char="o"/>
            </a:pPr>
            <a:r>
              <a:rPr lang="en-US" altLang="ko-KR" sz="1100" dirty="0">
                <a:solidFill>
                  <a:schemeClr val="tx1"/>
                </a:solidFill>
                <a:latin typeface="Arial Narrow" panose="020B0604020202020204" pitchFamily="34" charset="0"/>
                <a:cs typeface="Arial Narrow" panose="020B0604020202020204" pitchFamily="34" charset="0"/>
              </a:rPr>
              <a:t>Morning and evening rush hours exhibit opposite inflow-outflow ratio patterns, reflecting directional commuting dynamics</a:t>
            </a:r>
          </a:p>
        </p:txBody>
      </p:sp>
    </p:spTree>
    <p:extLst>
      <p:ext uri="{BB962C8B-B14F-4D97-AF65-F5344CB8AC3E}">
        <p14:creationId xmlns:p14="http://schemas.microsoft.com/office/powerpoint/2010/main" val="668129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1724</TotalTime>
  <Words>1178</Words>
  <Application>Microsoft Macintosh PowerPoint</Application>
  <PresentationFormat>Widescreen</PresentationFormat>
  <Paragraphs>142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Aptos Display</vt:lpstr>
      <vt:lpstr>Arial</vt:lpstr>
      <vt:lpstr>Arial Narrow</vt:lpstr>
      <vt:lpstr>Cambria</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Yunsik Kim</dc:creator>
  <cp:lastModifiedBy>Yunsik Kim</cp:lastModifiedBy>
  <cp:revision>1</cp:revision>
  <dcterms:created xsi:type="dcterms:W3CDTF">2024-11-05T15:12:04Z</dcterms:created>
  <dcterms:modified xsi:type="dcterms:W3CDTF">2026-02-25T04:24:52Z</dcterms:modified>
</cp:coreProperties>
</file>