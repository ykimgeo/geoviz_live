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aveSubsetFonts="1" autoCompressPictures="0">
  <p:sldMasterIdLst>
    <p:sldMasterId id="2147483648" r:id="rId1"/>
  </p:sldMasterIdLst>
  <p:notesMasterIdLst>
    <p:notesMasterId r:id="rId10"/>
  </p:notesMasterIdLst>
  <p:sldIdLst>
    <p:sldId id="280" r:id="rId2"/>
    <p:sldId id="337" r:id="rId3"/>
    <p:sldId id="338" r:id="rId4"/>
    <p:sldId id="334" r:id="rId5"/>
    <p:sldId id="335" r:id="rId6"/>
    <p:sldId id="336" r:id="rId7"/>
    <p:sldId id="339" r:id="rId8"/>
    <p:sldId id="340"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4974" userDrawn="1">
          <p15:clr>
            <a:srgbClr val="A4A3A4"/>
          </p15:clr>
        </p15:guide>
        <p15:guide id="2" orient="horz" pos="2115"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7CEEC"/>
    <a:srgbClr val="02553A"/>
    <a:srgbClr val="FFADE1"/>
    <a:srgbClr val="FFFFFF"/>
    <a:srgbClr val="FFFF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7BA1241-EE66-DE45-89DA-034BA2E17534}" v="911" dt="2026-02-23T15:42:43.175"/>
    <p1510:client id="{7C9847EB-4B59-EC4B-857A-AEEE52082C9F}" v="816" dt="2026-02-23T04:25:24.224"/>
    <p1510:client id="{8BF7C7B0-830F-DB4D-A0B0-3D33EBF60F20}" v="38" dt="2026-02-23T22:23:09.24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181"/>
    <p:restoredTop sz="91022"/>
  </p:normalViewPr>
  <p:slideViewPr>
    <p:cSldViewPr snapToGrid="0">
      <p:cViewPr varScale="1">
        <p:scale>
          <a:sx n="135" d="100"/>
          <a:sy n="135" d="100"/>
        </p:scale>
        <p:origin x="1640" y="472"/>
      </p:cViewPr>
      <p:guideLst>
        <p:guide pos="4974"/>
        <p:guide orient="horz" pos="2115"/>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6"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5" Type="http://schemas.microsoft.com/office/2016/11/relationships/changesInfo" Target="changesInfos/changesInfo1.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Yunsik Kim" userId="37ce25964438db19" providerId="LiveId" clId="{BAA54C86-8622-5CAA-B237-43B559026148}"/>
    <pc:docChg chg="undo custSel addSld delSld modSld sldOrd modMainMaster">
      <pc:chgData name="Yunsik Kim" userId="37ce25964438db19" providerId="LiveId" clId="{BAA54C86-8622-5CAA-B237-43B559026148}" dt="2026-02-23T22:24:06.070" v="11129" actId="1036"/>
      <pc:docMkLst>
        <pc:docMk/>
      </pc:docMkLst>
      <pc:sldChg chg="addSp delSp modSp mod modNotesTx">
        <pc:chgData name="Yunsik Kim" userId="37ce25964438db19" providerId="LiveId" clId="{BAA54C86-8622-5CAA-B237-43B559026148}" dt="2026-02-23T01:34:25.640" v="8338" actId="20577"/>
        <pc:sldMkLst>
          <pc:docMk/>
          <pc:sldMk cId="758000304" sldId="280"/>
        </pc:sldMkLst>
        <pc:spChg chg="mod">
          <ac:chgData name="Yunsik Kim" userId="37ce25964438db19" providerId="LiveId" clId="{BAA54C86-8622-5CAA-B237-43B559026148}" dt="2026-02-23T01:26:07.456" v="8288" actId="20577"/>
          <ac:spMkLst>
            <pc:docMk/>
            <pc:sldMk cId="758000304" sldId="280"/>
            <ac:spMk id="2" creationId="{4AD78750-F979-D5E7-E4C8-61DC040E81E8}"/>
          </ac:spMkLst>
        </pc:spChg>
        <pc:spChg chg="mod">
          <ac:chgData name="Yunsik Kim" userId="37ce25964438db19" providerId="LiveId" clId="{BAA54C86-8622-5CAA-B237-43B559026148}" dt="2026-02-23T01:25:31.423" v="8227" actId="20577"/>
          <ac:spMkLst>
            <pc:docMk/>
            <pc:sldMk cId="758000304" sldId="280"/>
            <ac:spMk id="6" creationId="{ED3C8FB6-11CC-1C60-08DD-8B9108C6051C}"/>
          </ac:spMkLst>
        </pc:spChg>
      </pc:sldChg>
      <pc:sldChg chg="addSp delSp modSp del mod modNotesTx">
        <pc:chgData name="Yunsik Kim" userId="37ce25964438db19" providerId="LiveId" clId="{BAA54C86-8622-5CAA-B237-43B559026148}" dt="2026-02-23T20:26:23.406" v="10547" actId="2696"/>
        <pc:sldMkLst>
          <pc:docMk/>
          <pc:sldMk cId="1180403751" sldId="323"/>
        </pc:sldMkLst>
        <pc:spChg chg="add mod">
          <ac:chgData name="Yunsik Kim" userId="37ce25964438db19" providerId="LiveId" clId="{BAA54C86-8622-5CAA-B237-43B559026148}" dt="2026-02-23T03:03:23.177" v="8857" actId="1076"/>
          <ac:spMkLst>
            <pc:docMk/>
            <pc:sldMk cId="1180403751" sldId="323"/>
            <ac:spMk id="2" creationId="{48F040F5-95B3-5DB7-9870-76878B472724}"/>
          </ac:spMkLst>
        </pc:spChg>
        <pc:spChg chg="mod">
          <ac:chgData name="Yunsik Kim" userId="37ce25964438db19" providerId="LiveId" clId="{BAA54C86-8622-5CAA-B237-43B559026148}" dt="2026-02-23T01:37:40.187" v="8377" actId="20577"/>
          <ac:spMkLst>
            <pc:docMk/>
            <pc:sldMk cId="1180403751" sldId="323"/>
            <ac:spMk id="4" creationId="{9DA35E2A-D189-A6E2-AC23-FC696DD28257}"/>
          </ac:spMkLst>
        </pc:spChg>
        <pc:spChg chg="add mod">
          <ac:chgData name="Yunsik Kim" userId="37ce25964438db19" providerId="LiveId" clId="{BAA54C86-8622-5CAA-B237-43B559026148}" dt="2026-02-23T03:03:28.646" v="8858" actId="1076"/>
          <ac:spMkLst>
            <pc:docMk/>
            <pc:sldMk cId="1180403751" sldId="323"/>
            <ac:spMk id="6" creationId="{16482D56-356E-7A57-758C-09DA9EFC4BAD}"/>
          </ac:spMkLst>
        </pc:spChg>
        <pc:spChg chg="del">
          <ac:chgData name="Yunsik Kim" userId="37ce25964438db19" providerId="LiveId" clId="{BAA54C86-8622-5CAA-B237-43B559026148}" dt="2026-02-23T01:37:27.205" v="8340" actId="478"/>
          <ac:spMkLst>
            <pc:docMk/>
            <pc:sldMk cId="1180403751" sldId="323"/>
            <ac:spMk id="7" creationId="{1CDDCABD-5EE2-9100-63C1-BC7BA5077121}"/>
          </ac:spMkLst>
        </pc:spChg>
        <pc:spChg chg="add mod">
          <ac:chgData name="Yunsik Kim" userId="37ce25964438db19" providerId="LiveId" clId="{BAA54C86-8622-5CAA-B237-43B559026148}" dt="2026-02-23T03:38:31.755" v="9574" actId="207"/>
          <ac:spMkLst>
            <pc:docMk/>
            <pc:sldMk cId="1180403751" sldId="323"/>
            <ac:spMk id="8" creationId="{25E9E45A-59C1-5B51-380E-71C72D3ED4B1}"/>
          </ac:spMkLst>
        </pc:spChg>
        <pc:spChg chg="add mod">
          <ac:chgData name="Yunsik Kim" userId="37ce25964438db19" providerId="LiveId" clId="{BAA54C86-8622-5CAA-B237-43B559026148}" dt="2026-02-23T02:27:32.218" v="8550"/>
          <ac:spMkLst>
            <pc:docMk/>
            <pc:sldMk cId="1180403751" sldId="323"/>
            <ac:spMk id="9" creationId="{3B36B6BA-9142-8F31-2C51-AE6F6B18CA6A}"/>
          </ac:spMkLst>
        </pc:spChg>
        <pc:spChg chg="add mod">
          <ac:chgData name="Yunsik Kim" userId="37ce25964438db19" providerId="LiveId" clId="{BAA54C86-8622-5CAA-B237-43B559026148}" dt="2026-02-23T02:27:31.728" v="8549"/>
          <ac:spMkLst>
            <pc:docMk/>
            <pc:sldMk cId="1180403751" sldId="323"/>
            <ac:spMk id="10" creationId="{0744F6DD-30B8-12E0-BB07-54478871D004}"/>
          </ac:spMkLst>
        </pc:spChg>
        <pc:spChg chg="add mod">
          <ac:chgData name="Yunsik Kim" userId="37ce25964438db19" providerId="LiveId" clId="{BAA54C86-8622-5CAA-B237-43B559026148}" dt="2026-02-23T02:27:31.548" v="8548"/>
          <ac:spMkLst>
            <pc:docMk/>
            <pc:sldMk cId="1180403751" sldId="323"/>
            <ac:spMk id="11" creationId="{C41EE91A-56D6-785C-0E20-A3EA26CF39D1}"/>
          </ac:spMkLst>
        </pc:spChg>
        <pc:spChg chg="add mod">
          <ac:chgData name="Yunsik Kim" userId="37ce25964438db19" providerId="LiveId" clId="{BAA54C86-8622-5CAA-B237-43B559026148}" dt="2026-02-23T02:27:31.396" v="8547"/>
          <ac:spMkLst>
            <pc:docMk/>
            <pc:sldMk cId="1180403751" sldId="323"/>
            <ac:spMk id="12" creationId="{B5BB96C9-DCAF-A90D-097E-7DF4248F426B}"/>
          </ac:spMkLst>
        </pc:spChg>
        <pc:spChg chg="add mod">
          <ac:chgData name="Yunsik Kim" userId="37ce25964438db19" providerId="LiveId" clId="{BAA54C86-8622-5CAA-B237-43B559026148}" dt="2026-02-23T02:27:31.219" v="8546"/>
          <ac:spMkLst>
            <pc:docMk/>
            <pc:sldMk cId="1180403751" sldId="323"/>
            <ac:spMk id="13" creationId="{4E4083A9-977E-EEB0-620A-29D0CD9C9289}"/>
          </ac:spMkLst>
        </pc:spChg>
        <pc:spChg chg="add mod">
          <ac:chgData name="Yunsik Kim" userId="37ce25964438db19" providerId="LiveId" clId="{BAA54C86-8622-5CAA-B237-43B559026148}" dt="2026-02-23T02:27:31.092" v="8545"/>
          <ac:spMkLst>
            <pc:docMk/>
            <pc:sldMk cId="1180403751" sldId="323"/>
            <ac:spMk id="14" creationId="{B63797EB-300E-A2BF-8399-2D3B1F07DBFA}"/>
          </ac:spMkLst>
        </pc:spChg>
        <pc:spChg chg="add mod">
          <ac:chgData name="Yunsik Kim" userId="37ce25964438db19" providerId="LiveId" clId="{BAA54C86-8622-5CAA-B237-43B559026148}" dt="2026-02-23T03:38:39.543" v="9577" actId="20577"/>
          <ac:spMkLst>
            <pc:docMk/>
            <pc:sldMk cId="1180403751" sldId="323"/>
            <ac:spMk id="15" creationId="{E890D693-F45E-D898-23B6-97FDCC32193C}"/>
          </ac:spMkLst>
        </pc:spChg>
        <pc:spChg chg="add mod">
          <ac:chgData name="Yunsik Kim" userId="37ce25964438db19" providerId="LiveId" clId="{BAA54C86-8622-5CAA-B237-43B559026148}" dt="2026-02-23T03:39:07.930" v="9586" actId="20577"/>
          <ac:spMkLst>
            <pc:docMk/>
            <pc:sldMk cId="1180403751" sldId="323"/>
            <ac:spMk id="16" creationId="{73768397-1129-36BD-2670-FC5AFE90A6F2}"/>
          </ac:spMkLst>
        </pc:spChg>
        <pc:spChg chg="add mod">
          <ac:chgData name="Yunsik Kim" userId="37ce25964438db19" providerId="LiveId" clId="{BAA54C86-8622-5CAA-B237-43B559026148}" dt="2026-02-23T03:38:53.579" v="9581" actId="20577"/>
          <ac:spMkLst>
            <pc:docMk/>
            <pc:sldMk cId="1180403751" sldId="323"/>
            <ac:spMk id="17" creationId="{B2ECD6A5-33F5-192C-C523-64D73DD1EB34}"/>
          </ac:spMkLst>
        </pc:spChg>
        <pc:spChg chg="add mod">
          <ac:chgData name="Yunsik Kim" userId="37ce25964438db19" providerId="LiveId" clId="{BAA54C86-8622-5CAA-B237-43B559026148}" dt="2026-02-23T03:39:12.616" v="9589" actId="20577"/>
          <ac:spMkLst>
            <pc:docMk/>
            <pc:sldMk cId="1180403751" sldId="323"/>
            <ac:spMk id="18" creationId="{94E3D835-2051-ED02-39F4-C2516CA9C322}"/>
          </ac:spMkLst>
        </pc:spChg>
        <pc:spChg chg="add mod">
          <ac:chgData name="Yunsik Kim" userId="37ce25964438db19" providerId="LiveId" clId="{BAA54C86-8622-5CAA-B237-43B559026148}" dt="2026-02-23T03:39:19.404" v="9594" actId="20577"/>
          <ac:spMkLst>
            <pc:docMk/>
            <pc:sldMk cId="1180403751" sldId="323"/>
            <ac:spMk id="19" creationId="{FF04BBF4-E931-C20A-1917-5FD11BC96C77}"/>
          </ac:spMkLst>
        </pc:spChg>
        <pc:spChg chg="add del mod">
          <ac:chgData name="Yunsik Kim" userId="37ce25964438db19" providerId="LiveId" clId="{BAA54C86-8622-5CAA-B237-43B559026148}" dt="2026-02-23T02:27:48.723" v="8564" actId="478"/>
          <ac:spMkLst>
            <pc:docMk/>
            <pc:sldMk cId="1180403751" sldId="323"/>
            <ac:spMk id="20" creationId="{13BA7A3B-7B45-AC4E-396A-4BC6B10F3D93}"/>
          </ac:spMkLst>
        </pc:spChg>
        <pc:spChg chg="add del mod">
          <ac:chgData name="Yunsik Kim" userId="37ce25964438db19" providerId="LiveId" clId="{BAA54C86-8622-5CAA-B237-43B559026148}" dt="2026-02-23T02:27:48.723" v="8564" actId="478"/>
          <ac:spMkLst>
            <pc:docMk/>
            <pc:sldMk cId="1180403751" sldId="323"/>
            <ac:spMk id="21" creationId="{FC09BCA3-28A1-F533-5327-9A8A6BFB99F7}"/>
          </ac:spMkLst>
        </pc:spChg>
        <pc:spChg chg="add mod">
          <ac:chgData name="Yunsik Kim" userId="37ce25964438db19" providerId="LiveId" clId="{BAA54C86-8622-5CAA-B237-43B559026148}" dt="2026-02-23T02:28:24.009" v="8581" actId="1076"/>
          <ac:spMkLst>
            <pc:docMk/>
            <pc:sldMk cId="1180403751" sldId="323"/>
            <ac:spMk id="22" creationId="{19FE10E9-264B-02F2-659D-93D3B19E5493}"/>
          </ac:spMkLst>
        </pc:spChg>
        <pc:spChg chg="add mod">
          <ac:chgData name="Yunsik Kim" userId="37ce25964438db19" providerId="LiveId" clId="{BAA54C86-8622-5CAA-B237-43B559026148}" dt="2026-02-23T03:03:18.771" v="8856" actId="1076"/>
          <ac:spMkLst>
            <pc:docMk/>
            <pc:sldMk cId="1180403751" sldId="323"/>
            <ac:spMk id="44" creationId="{90ACF937-EA73-2305-B2A8-1CDC537F8F72}"/>
          </ac:spMkLst>
        </pc:spChg>
        <pc:spChg chg="add mod">
          <ac:chgData name="Yunsik Kim" userId="37ce25964438db19" providerId="LiveId" clId="{BAA54C86-8622-5CAA-B237-43B559026148}" dt="2026-02-23T03:14:50.549" v="9350"/>
          <ac:spMkLst>
            <pc:docMk/>
            <pc:sldMk cId="1180403751" sldId="323"/>
            <ac:spMk id="46" creationId="{B6A4A8E8-9293-F6E0-EA63-803C919B88F0}"/>
          </ac:spMkLst>
        </pc:spChg>
        <pc:spChg chg="add mod">
          <ac:chgData name="Yunsik Kim" userId="37ce25964438db19" providerId="LiveId" clId="{BAA54C86-8622-5CAA-B237-43B559026148}" dt="2026-02-23T03:38:56.954" v="9583" actId="20577"/>
          <ac:spMkLst>
            <pc:docMk/>
            <pc:sldMk cId="1180403751" sldId="323"/>
            <ac:spMk id="47" creationId="{EAFBC557-FEBD-33DF-A770-09CF1AEA54B0}"/>
          </ac:spMkLst>
        </pc:spChg>
        <pc:spChg chg="add del mod">
          <ac:chgData name="Yunsik Kim" userId="37ce25964438db19" providerId="LiveId" clId="{BAA54C86-8622-5CAA-B237-43B559026148}" dt="2026-02-23T03:14:49.008" v="9349" actId="478"/>
          <ac:spMkLst>
            <pc:docMk/>
            <pc:sldMk cId="1180403751" sldId="323"/>
            <ac:spMk id="48" creationId="{A12BB10A-5481-25C3-9E3B-4B9F742F145D}"/>
          </ac:spMkLst>
        </pc:spChg>
        <pc:spChg chg="add del mod">
          <ac:chgData name="Yunsik Kim" userId="37ce25964438db19" providerId="LiveId" clId="{BAA54C86-8622-5CAA-B237-43B559026148}" dt="2026-02-23T03:10:51.020" v="9050" actId="478"/>
          <ac:spMkLst>
            <pc:docMk/>
            <pc:sldMk cId="1180403751" sldId="323"/>
            <ac:spMk id="49" creationId="{E337917B-9868-6569-65C5-A366439C8F32}"/>
          </ac:spMkLst>
        </pc:spChg>
        <pc:spChg chg="add mod">
          <ac:chgData name="Yunsik Kim" userId="37ce25964438db19" providerId="LiveId" clId="{BAA54C86-8622-5CAA-B237-43B559026148}" dt="2026-02-23T03:04:07.749" v="8938" actId="1076"/>
          <ac:spMkLst>
            <pc:docMk/>
            <pc:sldMk cId="1180403751" sldId="323"/>
            <ac:spMk id="50" creationId="{F89A2507-C866-63A2-9B9E-A413E3062A8D}"/>
          </ac:spMkLst>
        </pc:spChg>
        <pc:spChg chg="add mod">
          <ac:chgData name="Yunsik Kim" userId="37ce25964438db19" providerId="LiveId" clId="{BAA54C86-8622-5CAA-B237-43B559026148}" dt="2026-02-23T03:10:51.346" v="9051"/>
          <ac:spMkLst>
            <pc:docMk/>
            <pc:sldMk cId="1180403751" sldId="323"/>
            <ac:spMk id="51" creationId="{80641D80-C100-5E31-B2D8-2D8D683FDB3B}"/>
          </ac:spMkLst>
        </pc:spChg>
        <pc:spChg chg="add mod">
          <ac:chgData name="Yunsik Kim" userId="37ce25964438db19" providerId="LiveId" clId="{BAA54C86-8622-5CAA-B237-43B559026148}" dt="2026-02-23T03:15:00.833" v="9356" actId="20577"/>
          <ac:spMkLst>
            <pc:docMk/>
            <pc:sldMk cId="1180403751" sldId="323"/>
            <ac:spMk id="52" creationId="{03DB8060-01E1-C8B8-A7AA-F0C3A0BFF89E}"/>
          </ac:spMkLst>
        </pc:spChg>
        <pc:grpChg chg="add mod">
          <ac:chgData name="Yunsik Kim" userId="37ce25964438db19" providerId="LiveId" clId="{BAA54C86-8622-5CAA-B237-43B559026148}" dt="2026-02-23T03:03:37.617" v="8861" actId="1076"/>
          <ac:grpSpMkLst>
            <pc:docMk/>
            <pc:sldMk cId="1180403751" sldId="323"/>
            <ac:grpSpMk id="43" creationId="{8E7EBA9F-6F6C-C9B3-5FA1-8A241E18DDE8}"/>
          </ac:grpSpMkLst>
        </pc:grpChg>
        <pc:graphicFrameChg chg="del modGraphic">
          <ac:chgData name="Yunsik Kim" userId="37ce25964438db19" providerId="LiveId" clId="{BAA54C86-8622-5CAA-B237-43B559026148}" dt="2026-02-23T01:37:27.205" v="8340" actId="478"/>
          <ac:graphicFrameMkLst>
            <pc:docMk/>
            <pc:sldMk cId="1180403751" sldId="323"/>
            <ac:graphicFrameMk id="5" creationId="{11C57375-6DD8-8A6D-D961-4FD4AD1F3B93}"/>
          </ac:graphicFrameMkLst>
        </pc:graphicFrameChg>
        <pc:cxnChg chg="add del mod">
          <ac:chgData name="Yunsik Kim" userId="37ce25964438db19" providerId="LiveId" clId="{BAA54C86-8622-5CAA-B237-43B559026148}" dt="2026-02-23T02:28:54.360" v="8591" actId="11529"/>
          <ac:cxnSpMkLst>
            <pc:docMk/>
            <pc:sldMk cId="1180403751" sldId="323"/>
            <ac:cxnSpMk id="24" creationId="{807E3EF0-CEBB-B330-E1B2-002B583E8E87}"/>
          </ac:cxnSpMkLst>
        </pc:cxnChg>
        <pc:cxnChg chg="add del mod">
          <ac:chgData name="Yunsik Kim" userId="37ce25964438db19" providerId="LiveId" clId="{BAA54C86-8622-5CAA-B237-43B559026148}" dt="2026-02-23T02:28:54.037" v="8590" actId="11529"/>
          <ac:cxnSpMkLst>
            <pc:docMk/>
            <pc:sldMk cId="1180403751" sldId="323"/>
            <ac:cxnSpMk id="26" creationId="{9456A958-248F-362F-92C9-A8B2738046EE}"/>
          </ac:cxnSpMkLst>
        </pc:cxnChg>
        <pc:cxnChg chg="add del mod">
          <ac:chgData name="Yunsik Kim" userId="37ce25964438db19" providerId="LiveId" clId="{BAA54C86-8622-5CAA-B237-43B559026148}" dt="2026-02-23T02:28:53.777" v="8589" actId="11529"/>
          <ac:cxnSpMkLst>
            <pc:docMk/>
            <pc:sldMk cId="1180403751" sldId="323"/>
            <ac:cxnSpMk id="28" creationId="{D32B133F-1E0A-081D-CE89-01D5C1D269AA}"/>
          </ac:cxnSpMkLst>
        </pc:cxnChg>
        <pc:cxnChg chg="add del mod">
          <ac:chgData name="Yunsik Kim" userId="37ce25964438db19" providerId="LiveId" clId="{BAA54C86-8622-5CAA-B237-43B559026148}" dt="2026-02-23T02:28:53.615" v="8588" actId="11529"/>
          <ac:cxnSpMkLst>
            <pc:docMk/>
            <pc:sldMk cId="1180403751" sldId="323"/>
            <ac:cxnSpMk id="30" creationId="{46E3C5D0-C79A-E8A3-5918-A53BE2153401}"/>
          </ac:cxnSpMkLst>
        </pc:cxnChg>
        <pc:cxnChg chg="add">
          <ac:chgData name="Yunsik Kim" userId="37ce25964438db19" providerId="LiveId" clId="{BAA54C86-8622-5CAA-B237-43B559026148}" dt="2026-02-23T02:29:05.050" v="8592" actId="11529"/>
          <ac:cxnSpMkLst>
            <pc:docMk/>
            <pc:sldMk cId="1180403751" sldId="323"/>
            <ac:cxnSpMk id="32" creationId="{D837CCF0-3E9B-A639-6D6E-9E4C961CF084}"/>
          </ac:cxnSpMkLst>
        </pc:cxnChg>
        <pc:cxnChg chg="add">
          <ac:chgData name="Yunsik Kim" userId="37ce25964438db19" providerId="LiveId" clId="{BAA54C86-8622-5CAA-B237-43B559026148}" dt="2026-02-23T02:29:12.755" v="8593" actId="11529"/>
          <ac:cxnSpMkLst>
            <pc:docMk/>
            <pc:sldMk cId="1180403751" sldId="323"/>
            <ac:cxnSpMk id="34" creationId="{28E15F59-04AA-E8FA-777D-116E2976A678}"/>
          </ac:cxnSpMkLst>
        </pc:cxnChg>
        <pc:cxnChg chg="add">
          <ac:chgData name="Yunsik Kim" userId="37ce25964438db19" providerId="LiveId" clId="{BAA54C86-8622-5CAA-B237-43B559026148}" dt="2026-02-23T02:29:17.985" v="8594" actId="11529"/>
          <ac:cxnSpMkLst>
            <pc:docMk/>
            <pc:sldMk cId="1180403751" sldId="323"/>
            <ac:cxnSpMk id="36" creationId="{28A80DDE-B802-C917-5061-DDA2AD0DC9E6}"/>
          </ac:cxnSpMkLst>
        </pc:cxnChg>
        <pc:cxnChg chg="add">
          <ac:chgData name="Yunsik Kim" userId="37ce25964438db19" providerId="LiveId" clId="{BAA54C86-8622-5CAA-B237-43B559026148}" dt="2026-02-23T02:29:26.065" v="8595" actId="11529"/>
          <ac:cxnSpMkLst>
            <pc:docMk/>
            <pc:sldMk cId="1180403751" sldId="323"/>
            <ac:cxnSpMk id="38" creationId="{612D6126-62D0-A424-E22B-F29EF8141F0B}"/>
          </ac:cxnSpMkLst>
        </pc:cxnChg>
        <pc:cxnChg chg="add">
          <ac:chgData name="Yunsik Kim" userId="37ce25964438db19" providerId="LiveId" clId="{BAA54C86-8622-5CAA-B237-43B559026148}" dt="2026-02-23T02:29:30.270" v="8596" actId="11529"/>
          <ac:cxnSpMkLst>
            <pc:docMk/>
            <pc:sldMk cId="1180403751" sldId="323"/>
            <ac:cxnSpMk id="40" creationId="{A8C133F9-C6FB-28E0-DF73-99A3BDA90E04}"/>
          </ac:cxnSpMkLst>
        </pc:cxnChg>
        <pc:cxnChg chg="add">
          <ac:chgData name="Yunsik Kim" userId="37ce25964438db19" providerId="LiveId" clId="{BAA54C86-8622-5CAA-B237-43B559026148}" dt="2026-02-23T02:29:35.417" v="8597" actId="11529"/>
          <ac:cxnSpMkLst>
            <pc:docMk/>
            <pc:sldMk cId="1180403751" sldId="323"/>
            <ac:cxnSpMk id="42" creationId="{9BF3CD77-60E0-77C3-2CC1-6502CFC7971F}"/>
          </ac:cxnSpMkLst>
        </pc:cxnChg>
      </pc:sldChg>
      <pc:sldChg chg="del">
        <pc:chgData name="Yunsik Kim" userId="37ce25964438db19" providerId="LiveId" clId="{BAA54C86-8622-5CAA-B237-43B559026148}" dt="2026-02-23T04:51:11.174" v="10508" actId="2696"/>
        <pc:sldMkLst>
          <pc:docMk/>
          <pc:sldMk cId="3163114714" sldId="324"/>
        </pc:sldMkLst>
      </pc:sldChg>
      <pc:sldChg chg="modSp del mod modNotesTx">
        <pc:chgData name="Yunsik Kim" userId="37ce25964438db19" providerId="LiveId" clId="{BAA54C86-8622-5CAA-B237-43B559026148}" dt="2026-02-23T04:51:11.212" v="10509" actId="2696"/>
        <pc:sldMkLst>
          <pc:docMk/>
          <pc:sldMk cId="1574307839" sldId="325"/>
        </pc:sldMkLst>
      </pc:sldChg>
      <pc:sldChg chg="addSp delSp modSp add del mod ord">
        <pc:chgData name="Yunsik Kim" userId="37ce25964438db19" providerId="LiveId" clId="{BAA54C86-8622-5CAA-B237-43B559026148}" dt="2026-02-23T04:51:11.217" v="10510" actId="2696"/>
        <pc:sldMkLst>
          <pc:docMk/>
          <pc:sldMk cId="3190574701" sldId="332"/>
        </pc:sldMkLst>
      </pc:sldChg>
      <pc:sldChg chg="add del">
        <pc:chgData name="Yunsik Kim" userId="37ce25964438db19" providerId="LiveId" clId="{BAA54C86-8622-5CAA-B237-43B559026148}" dt="2026-02-23T04:51:11.157" v="10507" actId="2696"/>
        <pc:sldMkLst>
          <pc:docMk/>
          <pc:sldMk cId="2237150647" sldId="333"/>
        </pc:sldMkLst>
      </pc:sldChg>
      <pc:sldChg chg="addSp delSp modSp add mod modNotesTx">
        <pc:chgData name="Yunsik Kim" userId="37ce25964438db19" providerId="LiveId" clId="{BAA54C86-8622-5CAA-B237-43B559026148}" dt="2026-02-23T03:40:10.599" v="9617" actId="20577"/>
        <pc:sldMkLst>
          <pc:docMk/>
          <pc:sldMk cId="344052597" sldId="334"/>
        </pc:sldMkLst>
        <pc:spChg chg="del">
          <ac:chgData name="Yunsik Kim" userId="37ce25964438db19" providerId="LiveId" clId="{BAA54C86-8622-5CAA-B237-43B559026148}" dt="2026-02-23T03:13:48.065" v="9324" actId="478"/>
          <ac:spMkLst>
            <pc:docMk/>
            <pc:sldMk cId="344052597" sldId="334"/>
            <ac:spMk id="2" creationId="{226C4A85-2846-AB27-A185-D62101BD4384}"/>
          </ac:spMkLst>
        </pc:spChg>
        <pc:spChg chg="mod">
          <ac:chgData name="Yunsik Kim" userId="37ce25964438db19" providerId="LiveId" clId="{BAA54C86-8622-5CAA-B237-43B559026148}" dt="2026-02-23T03:05:01.725" v="8989" actId="20577"/>
          <ac:spMkLst>
            <pc:docMk/>
            <pc:sldMk cId="344052597" sldId="334"/>
            <ac:spMk id="4" creationId="{8E7C63B4-9949-F038-C495-473C02E93232}"/>
          </ac:spMkLst>
        </pc:spChg>
        <pc:spChg chg="add mod">
          <ac:chgData name="Yunsik Kim" userId="37ce25964438db19" providerId="LiveId" clId="{BAA54C86-8622-5CAA-B237-43B559026148}" dt="2026-02-23T03:39:41.851" v="9599" actId="20577"/>
          <ac:spMkLst>
            <pc:docMk/>
            <pc:sldMk cId="344052597" sldId="334"/>
            <ac:spMk id="5" creationId="{E2028BF4-6B88-19A2-ED73-12690FEDCF84}"/>
          </ac:spMkLst>
        </pc:spChg>
        <pc:spChg chg="del">
          <ac:chgData name="Yunsik Kim" userId="37ce25964438db19" providerId="LiveId" clId="{BAA54C86-8622-5CAA-B237-43B559026148}" dt="2026-02-23T03:13:49.778" v="9325" actId="478"/>
          <ac:spMkLst>
            <pc:docMk/>
            <pc:sldMk cId="344052597" sldId="334"/>
            <ac:spMk id="6" creationId="{9D6802C7-2F90-AD35-60F5-A1E13CB3602B}"/>
          </ac:spMkLst>
        </pc:spChg>
        <pc:spChg chg="add mod">
          <ac:chgData name="Yunsik Kim" userId="37ce25964438db19" providerId="LiveId" clId="{BAA54C86-8622-5CAA-B237-43B559026148}" dt="2026-02-23T03:39:55.434" v="9606" actId="20577"/>
          <ac:spMkLst>
            <pc:docMk/>
            <pc:sldMk cId="344052597" sldId="334"/>
            <ac:spMk id="7" creationId="{99CB390C-1527-3E33-1124-310B8420A93D}"/>
          </ac:spMkLst>
        </pc:spChg>
        <pc:spChg chg="add mod">
          <ac:chgData name="Yunsik Kim" userId="37ce25964438db19" providerId="LiveId" clId="{BAA54C86-8622-5CAA-B237-43B559026148}" dt="2026-02-23T03:39:58.044" v="9609" actId="20577"/>
          <ac:spMkLst>
            <pc:docMk/>
            <pc:sldMk cId="344052597" sldId="334"/>
            <ac:spMk id="9" creationId="{18EDB6BA-F289-104F-E3C9-1073FC65915C}"/>
          </ac:spMkLst>
        </pc:spChg>
        <pc:spChg chg="add mod">
          <ac:chgData name="Yunsik Kim" userId="37ce25964438db19" providerId="LiveId" clId="{BAA54C86-8622-5CAA-B237-43B559026148}" dt="2026-02-23T03:40:00.122" v="9610" actId="20577"/>
          <ac:spMkLst>
            <pc:docMk/>
            <pc:sldMk cId="344052597" sldId="334"/>
            <ac:spMk id="10" creationId="{6FA91897-410E-811D-6ABC-5BBF3871215C}"/>
          </ac:spMkLst>
        </pc:spChg>
        <pc:spChg chg="add mod">
          <ac:chgData name="Yunsik Kim" userId="37ce25964438db19" providerId="LiveId" clId="{BAA54C86-8622-5CAA-B237-43B559026148}" dt="2026-02-23T03:40:07.490" v="9615" actId="20577"/>
          <ac:spMkLst>
            <pc:docMk/>
            <pc:sldMk cId="344052597" sldId="334"/>
            <ac:spMk id="11" creationId="{5BA9C318-90B9-FD62-86C8-634C44AAB53A}"/>
          </ac:spMkLst>
        </pc:spChg>
        <pc:spChg chg="add mod">
          <ac:chgData name="Yunsik Kim" userId="37ce25964438db19" providerId="LiveId" clId="{BAA54C86-8622-5CAA-B237-43B559026148}" dt="2026-02-23T03:40:08.998" v="9616" actId="20577"/>
          <ac:spMkLst>
            <pc:docMk/>
            <pc:sldMk cId="344052597" sldId="334"/>
            <ac:spMk id="12" creationId="{0E3DD07B-3DD7-6CD6-F06E-4AE46DCA6AF7}"/>
          </ac:spMkLst>
        </pc:spChg>
        <pc:spChg chg="add mod">
          <ac:chgData name="Yunsik Kim" userId="37ce25964438db19" providerId="LiveId" clId="{BAA54C86-8622-5CAA-B237-43B559026148}" dt="2026-02-23T03:40:10.599" v="9617" actId="20577"/>
          <ac:spMkLst>
            <pc:docMk/>
            <pc:sldMk cId="344052597" sldId="334"/>
            <ac:spMk id="13" creationId="{DA9ABA92-6A65-4215-537B-521125898B85}"/>
          </ac:spMkLst>
        </pc:spChg>
        <pc:spChg chg="add mod">
          <ac:chgData name="Yunsik Kim" userId="37ce25964438db19" providerId="LiveId" clId="{BAA54C86-8622-5CAA-B237-43B559026148}" dt="2026-02-23T03:05:47.933" v="8992"/>
          <ac:spMkLst>
            <pc:docMk/>
            <pc:sldMk cId="344052597" sldId="334"/>
            <ac:spMk id="33" creationId="{9B8CA55C-6D0E-82B1-42A5-01945EF87D9D}"/>
          </ac:spMkLst>
        </pc:spChg>
        <pc:spChg chg="add mod">
          <ac:chgData name="Yunsik Kim" userId="37ce25964438db19" providerId="LiveId" clId="{BAA54C86-8622-5CAA-B237-43B559026148}" dt="2026-02-23T03:05:47.933" v="8992"/>
          <ac:spMkLst>
            <pc:docMk/>
            <pc:sldMk cId="344052597" sldId="334"/>
            <ac:spMk id="35" creationId="{C7C7E6E4-D05F-31E4-12E7-8F79011A0430}"/>
          </ac:spMkLst>
        </pc:spChg>
        <pc:spChg chg="add mod">
          <ac:chgData name="Yunsik Kim" userId="37ce25964438db19" providerId="LiveId" clId="{BAA54C86-8622-5CAA-B237-43B559026148}" dt="2026-02-23T03:08:18.357" v="9041" actId="1076"/>
          <ac:spMkLst>
            <pc:docMk/>
            <pc:sldMk cId="344052597" sldId="334"/>
            <ac:spMk id="39" creationId="{89BE869F-2DEF-972C-6B9B-3919C0B2B071}"/>
          </ac:spMkLst>
        </pc:spChg>
        <pc:spChg chg="add mod">
          <ac:chgData name="Yunsik Kim" userId="37ce25964438db19" providerId="LiveId" clId="{BAA54C86-8622-5CAA-B237-43B559026148}" dt="2026-02-23T03:08:16.160" v="9040" actId="1076"/>
          <ac:spMkLst>
            <pc:docMk/>
            <pc:sldMk cId="344052597" sldId="334"/>
            <ac:spMk id="41" creationId="{B0283013-5647-74FF-310B-E062E0215245}"/>
          </ac:spMkLst>
        </pc:spChg>
        <pc:spChg chg="del">
          <ac:chgData name="Yunsik Kim" userId="37ce25964438db19" providerId="LiveId" clId="{BAA54C86-8622-5CAA-B237-43B559026148}" dt="2026-02-23T03:13:47.179" v="9323" actId="478"/>
          <ac:spMkLst>
            <pc:docMk/>
            <pc:sldMk cId="344052597" sldId="334"/>
            <ac:spMk id="44" creationId="{9B4E5636-4BAC-2653-7C0B-10CAC74D86F0}"/>
          </ac:spMkLst>
        </pc:spChg>
        <pc:spChg chg="del">
          <ac:chgData name="Yunsik Kim" userId="37ce25964438db19" providerId="LiveId" clId="{BAA54C86-8622-5CAA-B237-43B559026148}" dt="2026-02-23T03:05:47.478" v="8991" actId="478"/>
          <ac:spMkLst>
            <pc:docMk/>
            <pc:sldMk cId="344052597" sldId="334"/>
            <ac:spMk id="46" creationId="{80183053-AD17-A627-9B1F-CC26D3F94B85}"/>
          </ac:spMkLst>
        </pc:spChg>
        <pc:spChg chg="del">
          <ac:chgData name="Yunsik Kim" userId="37ce25964438db19" providerId="LiveId" clId="{BAA54C86-8622-5CAA-B237-43B559026148}" dt="2026-02-23T03:05:47.478" v="8991" actId="478"/>
          <ac:spMkLst>
            <pc:docMk/>
            <pc:sldMk cId="344052597" sldId="334"/>
            <ac:spMk id="47" creationId="{D48126CD-9B67-E216-F9A8-6C51F3F12B00}"/>
          </ac:spMkLst>
        </pc:spChg>
        <pc:spChg chg="del">
          <ac:chgData name="Yunsik Kim" userId="37ce25964438db19" providerId="LiveId" clId="{BAA54C86-8622-5CAA-B237-43B559026148}" dt="2026-02-23T03:05:47.478" v="8991" actId="478"/>
          <ac:spMkLst>
            <pc:docMk/>
            <pc:sldMk cId="344052597" sldId="334"/>
            <ac:spMk id="48" creationId="{90C62CBC-B7E4-6AB6-CD00-6EB21C059275}"/>
          </ac:spMkLst>
        </pc:spChg>
        <pc:spChg chg="mod">
          <ac:chgData name="Yunsik Kim" userId="37ce25964438db19" providerId="LiveId" clId="{BAA54C86-8622-5CAA-B237-43B559026148}" dt="2026-02-23T03:30:31.941" v="9572" actId="1076"/>
          <ac:spMkLst>
            <pc:docMk/>
            <pc:sldMk cId="344052597" sldId="334"/>
            <ac:spMk id="49" creationId="{286165C1-58CA-F0F7-F5CF-FD3C5A664A1F}"/>
          </ac:spMkLst>
        </pc:spChg>
        <pc:spChg chg="del">
          <ac:chgData name="Yunsik Kim" userId="37ce25964438db19" providerId="LiveId" clId="{BAA54C86-8622-5CAA-B237-43B559026148}" dt="2026-02-23T03:15:45.389" v="9370" actId="478"/>
          <ac:spMkLst>
            <pc:docMk/>
            <pc:sldMk cId="344052597" sldId="334"/>
            <ac:spMk id="50" creationId="{7D9DCADB-C211-43C3-9867-B3766649376C}"/>
          </ac:spMkLst>
        </pc:spChg>
        <pc:spChg chg="add del">
          <ac:chgData name="Yunsik Kim" userId="37ce25964438db19" providerId="LiveId" clId="{BAA54C86-8622-5CAA-B237-43B559026148}" dt="2026-02-23T03:07:28.525" v="9023" actId="22"/>
          <ac:spMkLst>
            <pc:docMk/>
            <pc:sldMk cId="344052597" sldId="334"/>
            <ac:spMk id="63" creationId="{2B4F4B47-2E4A-C3B3-C12D-CFE7C6A7507F}"/>
          </ac:spMkLst>
        </pc:spChg>
        <pc:spChg chg="add mod">
          <ac:chgData name="Yunsik Kim" userId="37ce25964438db19" providerId="LiveId" clId="{BAA54C86-8622-5CAA-B237-43B559026148}" dt="2026-02-23T03:15:22.184" v="9361" actId="20577"/>
          <ac:spMkLst>
            <pc:docMk/>
            <pc:sldMk cId="344052597" sldId="334"/>
            <ac:spMk id="65" creationId="{F31EDE51-64FB-FD47-3206-8E7AD08DF766}"/>
          </ac:spMkLst>
        </pc:spChg>
        <pc:spChg chg="add mod">
          <ac:chgData name="Yunsik Kim" userId="37ce25964438db19" providerId="LiveId" clId="{BAA54C86-8622-5CAA-B237-43B559026148}" dt="2026-02-23T03:15:29.705" v="9366" actId="20577"/>
          <ac:spMkLst>
            <pc:docMk/>
            <pc:sldMk cId="344052597" sldId="334"/>
            <ac:spMk id="66" creationId="{9E6939B0-E66A-32D7-7242-3BCEBCE5763C}"/>
          </ac:spMkLst>
        </pc:spChg>
        <pc:spChg chg="add mod">
          <ac:chgData name="Yunsik Kim" userId="37ce25964438db19" providerId="LiveId" clId="{BAA54C86-8622-5CAA-B237-43B559026148}" dt="2026-02-23T03:15:38.921" v="9369" actId="20577"/>
          <ac:spMkLst>
            <pc:docMk/>
            <pc:sldMk cId="344052597" sldId="334"/>
            <ac:spMk id="67" creationId="{CCBE7BE6-12F1-173C-87CA-9EFFE691CF3E}"/>
          </ac:spMkLst>
        </pc:spChg>
        <pc:spChg chg="add mod">
          <ac:chgData name="Yunsik Kim" userId="37ce25964438db19" providerId="LiveId" clId="{BAA54C86-8622-5CAA-B237-43B559026148}" dt="2026-02-23T03:27:48.130" v="9523" actId="1076"/>
          <ac:spMkLst>
            <pc:docMk/>
            <pc:sldMk cId="344052597" sldId="334"/>
            <ac:spMk id="68" creationId="{8055CAA0-1A9E-F157-5127-30DFD239CBA6}"/>
          </ac:spMkLst>
        </pc:spChg>
        <pc:spChg chg="add mod">
          <ac:chgData name="Yunsik Kim" userId="37ce25964438db19" providerId="LiveId" clId="{BAA54C86-8622-5CAA-B237-43B559026148}" dt="2026-02-23T03:27:56.328" v="9524" actId="1076"/>
          <ac:spMkLst>
            <pc:docMk/>
            <pc:sldMk cId="344052597" sldId="334"/>
            <ac:spMk id="70" creationId="{0A755CB1-007C-2E8A-7D19-D05CB29A5522}"/>
          </ac:spMkLst>
        </pc:spChg>
        <pc:spChg chg="add mod">
          <ac:chgData name="Yunsik Kim" userId="37ce25964438db19" providerId="LiveId" clId="{BAA54C86-8622-5CAA-B237-43B559026148}" dt="2026-02-23T03:30:27.732" v="9571" actId="1035"/>
          <ac:spMkLst>
            <pc:docMk/>
            <pc:sldMk cId="344052597" sldId="334"/>
            <ac:spMk id="71" creationId="{1B09C888-FB2D-0256-CD90-5CF0FFF393A0}"/>
          </ac:spMkLst>
        </pc:spChg>
        <pc:spChg chg="add mod">
          <ac:chgData name="Yunsik Kim" userId="37ce25964438db19" providerId="LiveId" clId="{BAA54C86-8622-5CAA-B237-43B559026148}" dt="2026-02-23T03:30:27.732" v="9571" actId="1035"/>
          <ac:spMkLst>
            <pc:docMk/>
            <pc:sldMk cId="344052597" sldId="334"/>
            <ac:spMk id="72" creationId="{2E870108-EC7D-C43E-03F7-D0753F19E26A}"/>
          </ac:spMkLst>
        </pc:spChg>
        <pc:spChg chg="add mod">
          <ac:chgData name="Yunsik Kim" userId="37ce25964438db19" providerId="LiveId" clId="{BAA54C86-8622-5CAA-B237-43B559026148}" dt="2026-02-23T03:29:21.650" v="9535" actId="1076"/>
          <ac:spMkLst>
            <pc:docMk/>
            <pc:sldMk cId="344052597" sldId="334"/>
            <ac:spMk id="73" creationId="{FD89A3AD-4DAF-FAA5-40AF-FEC6B47A32B1}"/>
          </ac:spMkLst>
        </pc:spChg>
        <pc:grpChg chg="add mod">
          <ac:chgData name="Yunsik Kim" userId="37ce25964438db19" providerId="LiveId" clId="{BAA54C86-8622-5CAA-B237-43B559026148}" dt="2026-02-23T03:08:12.430" v="9039" actId="14100"/>
          <ac:grpSpMkLst>
            <pc:docMk/>
            <pc:sldMk cId="344052597" sldId="334"/>
            <ac:grpSpMk id="37" creationId="{8541448F-32AC-262A-02A5-072018915E0C}"/>
          </ac:grpSpMkLst>
        </pc:grpChg>
        <pc:grpChg chg="del">
          <ac:chgData name="Yunsik Kim" userId="37ce25964438db19" providerId="LiveId" clId="{BAA54C86-8622-5CAA-B237-43B559026148}" dt="2026-02-23T03:05:45.928" v="8990" actId="478"/>
          <ac:grpSpMkLst>
            <pc:docMk/>
            <pc:sldMk cId="344052597" sldId="334"/>
            <ac:grpSpMk id="43" creationId="{E42A6E8D-4EBB-2362-1056-D0BD7E03CAF4}"/>
          </ac:grpSpMkLst>
        </pc:grpChg>
        <pc:cxnChg chg="mod">
          <ac:chgData name="Yunsik Kim" userId="37ce25964438db19" providerId="LiveId" clId="{BAA54C86-8622-5CAA-B237-43B559026148}" dt="2026-02-23T03:06:38.436" v="9008" actId="688"/>
          <ac:cxnSpMkLst>
            <pc:docMk/>
            <pc:sldMk cId="344052597" sldId="334"/>
            <ac:cxnSpMk id="21" creationId="{BF6B3A87-11E2-B0E2-AA01-7ADD1D449820}"/>
          </ac:cxnSpMkLst>
        </pc:cxnChg>
        <pc:cxnChg chg="add mod">
          <ac:chgData name="Yunsik Kim" userId="37ce25964438db19" providerId="LiveId" clId="{BAA54C86-8622-5CAA-B237-43B559026148}" dt="2026-02-23T03:06:38.436" v="9008" actId="688"/>
          <ac:cxnSpMkLst>
            <pc:docMk/>
            <pc:sldMk cId="344052597" sldId="334"/>
            <ac:cxnSpMk id="23" creationId="{AB0879FD-B0E0-45B0-E14F-1A2901C35DFE}"/>
          </ac:cxnSpMkLst>
        </pc:cxnChg>
        <pc:cxnChg chg="mod">
          <ac:chgData name="Yunsik Kim" userId="37ce25964438db19" providerId="LiveId" clId="{BAA54C86-8622-5CAA-B237-43B559026148}" dt="2026-02-23T03:06:38.436" v="9008" actId="688"/>
          <ac:cxnSpMkLst>
            <pc:docMk/>
            <pc:sldMk cId="344052597" sldId="334"/>
            <ac:cxnSpMk id="24" creationId="{1DD8F8BB-7143-A49D-EA1D-D48A7D731BA0}"/>
          </ac:cxnSpMkLst>
        </pc:cxnChg>
        <pc:cxnChg chg="mod">
          <ac:chgData name="Yunsik Kim" userId="37ce25964438db19" providerId="LiveId" clId="{BAA54C86-8622-5CAA-B237-43B559026148}" dt="2026-02-23T03:06:38.436" v="9008" actId="688"/>
          <ac:cxnSpMkLst>
            <pc:docMk/>
            <pc:sldMk cId="344052597" sldId="334"/>
            <ac:cxnSpMk id="26" creationId="{D0FE78B1-8968-495B-8496-A6D0E055793F}"/>
          </ac:cxnSpMkLst>
        </pc:cxnChg>
        <pc:cxnChg chg="mod">
          <ac:chgData name="Yunsik Kim" userId="37ce25964438db19" providerId="LiveId" clId="{BAA54C86-8622-5CAA-B237-43B559026148}" dt="2026-02-23T03:06:38.436" v="9008" actId="688"/>
          <ac:cxnSpMkLst>
            <pc:docMk/>
            <pc:sldMk cId="344052597" sldId="334"/>
            <ac:cxnSpMk id="30" creationId="{C8114C81-A8A7-98D7-05EB-A23D095043CD}"/>
          </ac:cxnSpMkLst>
        </pc:cxnChg>
        <pc:cxnChg chg="mod">
          <ac:chgData name="Yunsik Kim" userId="37ce25964438db19" providerId="LiveId" clId="{BAA54C86-8622-5CAA-B237-43B559026148}" dt="2026-02-23T03:06:38.436" v="9008" actId="688"/>
          <ac:cxnSpMkLst>
            <pc:docMk/>
            <pc:sldMk cId="344052597" sldId="334"/>
            <ac:cxnSpMk id="31" creationId="{0F9B267A-44DB-1431-714F-E6915F286F06}"/>
          </ac:cxnSpMkLst>
        </pc:cxnChg>
        <pc:cxnChg chg="mod">
          <ac:chgData name="Yunsik Kim" userId="37ce25964438db19" providerId="LiveId" clId="{BAA54C86-8622-5CAA-B237-43B559026148}" dt="2026-02-23T03:05:45.928" v="8990" actId="478"/>
          <ac:cxnSpMkLst>
            <pc:docMk/>
            <pc:sldMk cId="344052597" sldId="334"/>
            <ac:cxnSpMk id="32" creationId="{28B84D63-53EA-C015-2BD0-C5C0C05FDEFC}"/>
          </ac:cxnSpMkLst>
        </pc:cxnChg>
        <pc:cxnChg chg="mod">
          <ac:chgData name="Yunsik Kim" userId="37ce25964438db19" providerId="LiveId" clId="{BAA54C86-8622-5CAA-B237-43B559026148}" dt="2026-02-23T03:05:45.928" v="8990" actId="478"/>
          <ac:cxnSpMkLst>
            <pc:docMk/>
            <pc:sldMk cId="344052597" sldId="334"/>
            <ac:cxnSpMk id="34" creationId="{12BEAC69-3B69-9928-0924-085C0B1E5C65}"/>
          </ac:cxnSpMkLst>
        </pc:cxnChg>
        <pc:cxnChg chg="mod">
          <ac:chgData name="Yunsik Kim" userId="37ce25964438db19" providerId="LiveId" clId="{BAA54C86-8622-5CAA-B237-43B559026148}" dt="2026-02-23T03:05:45.928" v="8990" actId="478"/>
          <ac:cxnSpMkLst>
            <pc:docMk/>
            <pc:sldMk cId="344052597" sldId="334"/>
            <ac:cxnSpMk id="36" creationId="{19ED4D69-B8C3-DFD7-BA35-C00C55DFDFCA}"/>
          </ac:cxnSpMkLst>
        </pc:cxnChg>
        <pc:cxnChg chg="mod">
          <ac:chgData name="Yunsik Kim" userId="37ce25964438db19" providerId="LiveId" clId="{BAA54C86-8622-5CAA-B237-43B559026148}" dt="2026-02-23T03:05:45.928" v="8990" actId="478"/>
          <ac:cxnSpMkLst>
            <pc:docMk/>
            <pc:sldMk cId="344052597" sldId="334"/>
            <ac:cxnSpMk id="38" creationId="{C94A2F11-0EF0-60EF-2281-340FE05CC816}"/>
          </ac:cxnSpMkLst>
        </pc:cxnChg>
        <pc:cxnChg chg="mod">
          <ac:chgData name="Yunsik Kim" userId="37ce25964438db19" providerId="LiveId" clId="{BAA54C86-8622-5CAA-B237-43B559026148}" dt="2026-02-23T03:05:45.928" v="8990" actId="478"/>
          <ac:cxnSpMkLst>
            <pc:docMk/>
            <pc:sldMk cId="344052597" sldId="334"/>
            <ac:cxnSpMk id="40" creationId="{0653C05E-341F-41D2-4977-0639FD4E5CB7}"/>
          </ac:cxnSpMkLst>
        </pc:cxnChg>
        <pc:cxnChg chg="mod">
          <ac:chgData name="Yunsik Kim" userId="37ce25964438db19" providerId="LiveId" clId="{BAA54C86-8622-5CAA-B237-43B559026148}" dt="2026-02-23T03:05:45.928" v="8990" actId="478"/>
          <ac:cxnSpMkLst>
            <pc:docMk/>
            <pc:sldMk cId="344052597" sldId="334"/>
            <ac:cxnSpMk id="42" creationId="{16829C2E-BE99-439E-6F48-25F840FF23F8}"/>
          </ac:cxnSpMkLst>
        </pc:cxnChg>
      </pc:sldChg>
      <pc:sldChg chg="addSp delSp modSp add mod">
        <pc:chgData name="Yunsik Kim" userId="37ce25964438db19" providerId="LiveId" clId="{BAA54C86-8622-5CAA-B237-43B559026148}" dt="2026-02-23T04:30:24.827" v="10505" actId="20577"/>
        <pc:sldMkLst>
          <pc:docMk/>
          <pc:sldMk cId="486884283" sldId="335"/>
        </pc:sldMkLst>
        <pc:spChg chg="mod">
          <ac:chgData name="Yunsik Kim" userId="37ce25964438db19" providerId="LiveId" clId="{BAA54C86-8622-5CAA-B237-43B559026148}" dt="2026-02-23T03:42:17.194" v="9620"/>
          <ac:spMkLst>
            <pc:docMk/>
            <pc:sldMk cId="486884283" sldId="335"/>
            <ac:spMk id="6" creationId="{5DD417D8-AB03-7198-322C-66CDFFEFEEC4}"/>
          </ac:spMkLst>
        </pc:spChg>
        <pc:spChg chg="mod">
          <ac:chgData name="Yunsik Kim" userId="37ce25964438db19" providerId="LiveId" clId="{BAA54C86-8622-5CAA-B237-43B559026148}" dt="2026-02-23T03:42:17.194" v="9620"/>
          <ac:spMkLst>
            <pc:docMk/>
            <pc:sldMk cId="486884283" sldId="335"/>
            <ac:spMk id="8" creationId="{702B7400-DF40-981B-5C44-EEEC79BA06D0}"/>
          </ac:spMkLst>
        </pc:spChg>
        <pc:spChg chg="mod">
          <ac:chgData name="Yunsik Kim" userId="37ce25964438db19" providerId="LiveId" clId="{BAA54C86-8622-5CAA-B237-43B559026148}" dt="2026-02-23T03:42:17.194" v="9620"/>
          <ac:spMkLst>
            <pc:docMk/>
            <pc:sldMk cId="486884283" sldId="335"/>
            <ac:spMk id="15" creationId="{9C2E33EA-DD0E-F086-6AE1-11C63EBC4C58}"/>
          </ac:spMkLst>
        </pc:spChg>
        <pc:spChg chg="mod">
          <ac:chgData name="Yunsik Kim" userId="37ce25964438db19" providerId="LiveId" clId="{BAA54C86-8622-5CAA-B237-43B559026148}" dt="2026-02-23T03:42:17.194" v="9620"/>
          <ac:spMkLst>
            <pc:docMk/>
            <pc:sldMk cId="486884283" sldId="335"/>
            <ac:spMk id="16" creationId="{992E081F-82FB-6027-DEFC-6FA17772BD34}"/>
          </ac:spMkLst>
        </pc:spChg>
        <pc:spChg chg="mod">
          <ac:chgData name="Yunsik Kim" userId="37ce25964438db19" providerId="LiveId" clId="{BAA54C86-8622-5CAA-B237-43B559026148}" dt="2026-02-23T03:42:17.194" v="9620"/>
          <ac:spMkLst>
            <pc:docMk/>
            <pc:sldMk cId="486884283" sldId="335"/>
            <ac:spMk id="17" creationId="{EF0E9488-2E25-8EC7-FC55-1C18FD846BF9}"/>
          </ac:spMkLst>
        </pc:spChg>
        <pc:spChg chg="mod">
          <ac:chgData name="Yunsik Kim" userId="37ce25964438db19" providerId="LiveId" clId="{BAA54C86-8622-5CAA-B237-43B559026148}" dt="2026-02-23T03:42:17.194" v="9620"/>
          <ac:spMkLst>
            <pc:docMk/>
            <pc:sldMk cId="486884283" sldId="335"/>
            <ac:spMk id="18" creationId="{C23CC4ED-6156-8A0D-BE7E-71558D8234C1}"/>
          </ac:spMkLst>
        </pc:spChg>
        <pc:spChg chg="mod">
          <ac:chgData name="Yunsik Kim" userId="37ce25964438db19" providerId="LiveId" clId="{BAA54C86-8622-5CAA-B237-43B559026148}" dt="2026-02-23T03:42:17.194" v="9620"/>
          <ac:spMkLst>
            <pc:docMk/>
            <pc:sldMk cId="486884283" sldId="335"/>
            <ac:spMk id="19" creationId="{C0631178-27A5-7416-DA13-1F426A2CB46C}"/>
          </ac:spMkLst>
        </pc:spChg>
        <pc:spChg chg="del">
          <ac:chgData name="Yunsik Kim" userId="37ce25964438db19" providerId="LiveId" clId="{BAA54C86-8622-5CAA-B237-43B559026148}" dt="2026-02-23T03:42:06.811" v="9619" actId="478"/>
          <ac:spMkLst>
            <pc:docMk/>
            <pc:sldMk cId="486884283" sldId="335"/>
            <ac:spMk id="39" creationId="{E22CEB6C-FC08-96D7-1DDC-150B03DC3011}"/>
          </ac:spMkLst>
        </pc:spChg>
        <pc:spChg chg="del">
          <ac:chgData name="Yunsik Kim" userId="37ce25964438db19" providerId="LiveId" clId="{BAA54C86-8622-5CAA-B237-43B559026148}" dt="2026-02-23T03:42:06.811" v="9619" actId="478"/>
          <ac:spMkLst>
            <pc:docMk/>
            <pc:sldMk cId="486884283" sldId="335"/>
            <ac:spMk id="41" creationId="{73C21F40-9057-3A71-A127-326137E54C18}"/>
          </ac:spMkLst>
        </pc:spChg>
        <pc:spChg chg="del">
          <ac:chgData name="Yunsik Kim" userId="37ce25964438db19" providerId="LiveId" clId="{BAA54C86-8622-5CAA-B237-43B559026148}" dt="2026-02-23T03:42:06.811" v="9619" actId="478"/>
          <ac:spMkLst>
            <pc:docMk/>
            <pc:sldMk cId="486884283" sldId="335"/>
            <ac:spMk id="49" creationId="{0593E8D8-E89A-8DFD-CAD2-53E9A994B937}"/>
          </ac:spMkLst>
        </pc:spChg>
        <pc:spChg chg="mod">
          <ac:chgData name="Yunsik Kim" userId="37ce25964438db19" providerId="LiveId" clId="{BAA54C86-8622-5CAA-B237-43B559026148}" dt="2026-02-23T03:42:17.194" v="9620"/>
          <ac:spMkLst>
            <pc:docMk/>
            <pc:sldMk cId="486884283" sldId="335"/>
            <ac:spMk id="50" creationId="{7ED0A998-81C3-7E54-DA4B-67C165285BB4}"/>
          </ac:spMkLst>
        </pc:spChg>
        <pc:spChg chg="add mod">
          <ac:chgData name="Yunsik Kim" userId="37ce25964438db19" providerId="LiveId" clId="{BAA54C86-8622-5CAA-B237-43B559026148}" dt="2026-02-23T03:42:17.194" v="9620"/>
          <ac:spMkLst>
            <pc:docMk/>
            <pc:sldMk cId="486884283" sldId="335"/>
            <ac:spMk id="51" creationId="{602D2327-FCCF-BFD9-8DF3-F2169BE775E1}"/>
          </ac:spMkLst>
        </pc:spChg>
        <pc:spChg chg="add mod">
          <ac:chgData name="Yunsik Kim" userId="37ce25964438db19" providerId="LiveId" clId="{BAA54C86-8622-5CAA-B237-43B559026148}" dt="2026-02-23T03:42:17.194" v="9620"/>
          <ac:spMkLst>
            <pc:docMk/>
            <pc:sldMk cId="486884283" sldId="335"/>
            <ac:spMk id="52" creationId="{A7B8D4C0-4FDA-B5D5-60F7-B238E444C4C1}"/>
          </ac:spMkLst>
        </pc:spChg>
        <pc:spChg chg="add mod">
          <ac:chgData name="Yunsik Kim" userId="37ce25964438db19" providerId="LiveId" clId="{BAA54C86-8622-5CAA-B237-43B559026148}" dt="2026-02-23T04:25:24.223" v="10220" actId="20577"/>
          <ac:spMkLst>
            <pc:docMk/>
            <pc:sldMk cId="486884283" sldId="335"/>
            <ac:spMk id="53" creationId="{027FFCB8-D335-C8E8-D54D-5EF7C23C59DF}"/>
          </ac:spMkLst>
        </pc:spChg>
        <pc:spChg chg="add mod">
          <ac:chgData name="Yunsik Kim" userId="37ce25964438db19" providerId="LiveId" clId="{BAA54C86-8622-5CAA-B237-43B559026148}" dt="2026-02-23T03:59:40.060" v="9707" actId="20577"/>
          <ac:spMkLst>
            <pc:docMk/>
            <pc:sldMk cId="486884283" sldId="335"/>
            <ac:spMk id="55" creationId="{7F0B5548-3518-157D-0B1E-87EBF55602A0}"/>
          </ac:spMkLst>
        </pc:spChg>
        <pc:spChg chg="add del mod">
          <ac:chgData name="Yunsik Kim" userId="37ce25964438db19" providerId="LiveId" clId="{BAA54C86-8622-5CAA-B237-43B559026148}" dt="2026-02-23T04:04:38.187" v="9737" actId="478"/>
          <ac:spMkLst>
            <pc:docMk/>
            <pc:sldMk cId="486884283" sldId="335"/>
            <ac:spMk id="57" creationId="{07A37BF9-05D2-000A-5473-8A832FA9DB1E}"/>
          </ac:spMkLst>
        </pc:spChg>
        <pc:spChg chg="add mod">
          <ac:chgData name="Yunsik Kim" userId="37ce25964438db19" providerId="LiveId" clId="{BAA54C86-8622-5CAA-B237-43B559026148}" dt="2026-02-23T04:17:51.989" v="10035" actId="552"/>
          <ac:spMkLst>
            <pc:docMk/>
            <pc:sldMk cId="486884283" sldId="335"/>
            <ac:spMk id="58" creationId="{D70CBF3B-41B9-D1F4-8A70-6564F876AEBB}"/>
          </ac:spMkLst>
        </pc:spChg>
        <pc:spChg chg="add mod">
          <ac:chgData name="Yunsik Kim" userId="37ce25964438db19" providerId="LiveId" clId="{BAA54C86-8622-5CAA-B237-43B559026148}" dt="2026-02-23T04:17:59.142" v="10036" actId="1076"/>
          <ac:spMkLst>
            <pc:docMk/>
            <pc:sldMk cId="486884283" sldId="335"/>
            <ac:spMk id="59" creationId="{7D5CA1CB-9B78-E693-7724-BB4B15B1B933}"/>
          </ac:spMkLst>
        </pc:spChg>
        <pc:spChg chg="add mod">
          <ac:chgData name="Yunsik Kim" userId="37ce25964438db19" providerId="LiveId" clId="{BAA54C86-8622-5CAA-B237-43B559026148}" dt="2026-02-23T04:12:17.755" v="9942" actId="1076"/>
          <ac:spMkLst>
            <pc:docMk/>
            <pc:sldMk cId="486884283" sldId="335"/>
            <ac:spMk id="60" creationId="{DD18F6FD-6A2E-069F-F96C-467F4B6CA799}"/>
          </ac:spMkLst>
        </pc:spChg>
        <pc:spChg chg="add mod">
          <ac:chgData name="Yunsik Kim" userId="37ce25964438db19" providerId="LiveId" clId="{BAA54C86-8622-5CAA-B237-43B559026148}" dt="2026-02-23T04:30:24.827" v="10505" actId="20577"/>
          <ac:spMkLst>
            <pc:docMk/>
            <pc:sldMk cId="486884283" sldId="335"/>
            <ac:spMk id="61" creationId="{62FA9CF3-34FC-E93A-CE05-340A890CA514}"/>
          </ac:spMkLst>
        </pc:spChg>
        <pc:spChg chg="del">
          <ac:chgData name="Yunsik Kim" userId="37ce25964438db19" providerId="LiveId" clId="{BAA54C86-8622-5CAA-B237-43B559026148}" dt="2026-02-23T03:42:06.811" v="9619" actId="478"/>
          <ac:spMkLst>
            <pc:docMk/>
            <pc:sldMk cId="486884283" sldId="335"/>
            <ac:spMk id="65" creationId="{BAE4F899-8CF0-9D41-CE7C-B9901289E591}"/>
          </ac:spMkLst>
        </pc:spChg>
        <pc:spChg chg="del">
          <ac:chgData name="Yunsik Kim" userId="37ce25964438db19" providerId="LiveId" clId="{BAA54C86-8622-5CAA-B237-43B559026148}" dt="2026-02-23T03:42:06.811" v="9619" actId="478"/>
          <ac:spMkLst>
            <pc:docMk/>
            <pc:sldMk cId="486884283" sldId="335"/>
            <ac:spMk id="66" creationId="{295B4822-5100-57A8-8FE9-8531075AD62D}"/>
          </ac:spMkLst>
        </pc:spChg>
        <pc:spChg chg="del">
          <ac:chgData name="Yunsik Kim" userId="37ce25964438db19" providerId="LiveId" clId="{BAA54C86-8622-5CAA-B237-43B559026148}" dt="2026-02-23T03:42:06.811" v="9619" actId="478"/>
          <ac:spMkLst>
            <pc:docMk/>
            <pc:sldMk cId="486884283" sldId="335"/>
            <ac:spMk id="68" creationId="{E96A1DB5-590A-3916-7C33-B4007711354D}"/>
          </ac:spMkLst>
        </pc:spChg>
        <pc:spChg chg="del">
          <ac:chgData name="Yunsik Kim" userId="37ce25964438db19" providerId="LiveId" clId="{BAA54C86-8622-5CAA-B237-43B559026148}" dt="2026-02-23T03:42:06.811" v="9619" actId="478"/>
          <ac:spMkLst>
            <pc:docMk/>
            <pc:sldMk cId="486884283" sldId="335"/>
            <ac:spMk id="70" creationId="{EC99DB6C-C887-D264-F7D5-EF400126D4F1}"/>
          </ac:spMkLst>
        </pc:spChg>
        <pc:spChg chg="del">
          <ac:chgData name="Yunsik Kim" userId="37ce25964438db19" providerId="LiveId" clId="{BAA54C86-8622-5CAA-B237-43B559026148}" dt="2026-02-23T03:42:06.811" v="9619" actId="478"/>
          <ac:spMkLst>
            <pc:docMk/>
            <pc:sldMk cId="486884283" sldId="335"/>
            <ac:spMk id="71" creationId="{7FA4046B-C9AD-00D3-064C-5500C7557C68}"/>
          </ac:spMkLst>
        </pc:spChg>
        <pc:spChg chg="del">
          <ac:chgData name="Yunsik Kim" userId="37ce25964438db19" providerId="LiveId" clId="{BAA54C86-8622-5CAA-B237-43B559026148}" dt="2026-02-23T03:42:06.811" v="9619" actId="478"/>
          <ac:spMkLst>
            <pc:docMk/>
            <pc:sldMk cId="486884283" sldId="335"/>
            <ac:spMk id="72" creationId="{FE68E404-2D2B-4585-4B64-5D944E91A0F8}"/>
          </ac:spMkLst>
        </pc:spChg>
        <pc:spChg chg="del">
          <ac:chgData name="Yunsik Kim" userId="37ce25964438db19" providerId="LiveId" clId="{BAA54C86-8622-5CAA-B237-43B559026148}" dt="2026-02-23T03:42:06.811" v="9619" actId="478"/>
          <ac:spMkLst>
            <pc:docMk/>
            <pc:sldMk cId="486884283" sldId="335"/>
            <ac:spMk id="73" creationId="{F4EAF919-1E8E-8580-426F-7284447AD2D5}"/>
          </ac:spMkLst>
        </pc:spChg>
      </pc:sldChg>
      <pc:sldChg chg="addSp delSp modSp add mod">
        <pc:chgData name="Yunsik Kim" userId="37ce25964438db19" providerId="LiveId" clId="{BAA54C86-8622-5CAA-B237-43B559026148}" dt="2026-02-23T04:38:31.254" v="10506" actId="1076"/>
        <pc:sldMkLst>
          <pc:docMk/>
          <pc:sldMk cId="1352884404" sldId="336"/>
        </pc:sldMkLst>
        <pc:spChg chg="mod">
          <ac:chgData name="Yunsik Kim" userId="37ce25964438db19" providerId="LiveId" clId="{BAA54C86-8622-5CAA-B237-43B559026148}" dt="2026-02-23T03:47:03.876" v="9638" actId="20577"/>
          <ac:spMkLst>
            <pc:docMk/>
            <pc:sldMk cId="1352884404" sldId="336"/>
            <ac:spMk id="4" creationId="{15DE02E0-64BE-7EDC-E062-AE9F6E7E82B2}"/>
          </ac:spMkLst>
        </pc:spChg>
        <pc:spChg chg="add mod">
          <ac:chgData name="Yunsik Kim" userId="37ce25964438db19" providerId="LiveId" clId="{BAA54C86-8622-5CAA-B237-43B559026148}" dt="2026-02-23T04:38:31.254" v="10506" actId="1076"/>
          <ac:spMkLst>
            <pc:docMk/>
            <pc:sldMk cId="1352884404" sldId="336"/>
            <ac:spMk id="5" creationId="{D95F9F93-FA39-8E49-F02C-E033B128F0C4}"/>
          </ac:spMkLst>
        </pc:spChg>
        <pc:spChg chg="del">
          <ac:chgData name="Yunsik Kim" userId="37ce25964438db19" providerId="LiveId" clId="{BAA54C86-8622-5CAA-B237-43B559026148}" dt="2026-02-23T03:47:10.113" v="9640" actId="478"/>
          <ac:spMkLst>
            <pc:docMk/>
            <pc:sldMk cId="1352884404" sldId="336"/>
            <ac:spMk id="51" creationId="{17C2B9D8-976D-8857-7E14-88F537C70E77}"/>
          </ac:spMkLst>
        </pc:spChg>
        <pc:spChg chg="del">
          <ac:chgData name="Yunsik Kim" userId="37ce25964438db19" providerId="LiveId" clId="{BAA54C86-8622-5CAA-B237-43B559026148}" dt="2026-02-23T03:47:10.113" v="9640" actId="478"/>
          <ac:spMkLst>
            <pc:docMk/>
            <pc:sldMk cId="1352884404" sldId="336"/>
            <ac:spMk id="52" creationId="{B51FDE69-6FFB-766F-0282-969E59ED3587}"/>
          </ac:spMkLst>
        </pc:spChg>
        <pc:grpChg chg="del">
          <ac:chgData name="Yunsik Kim" userId="37ce25964438db19" providerId="LiveId" clId="{BAA54C86-8622-5CAA-B237-43B559026148}" dt="2026-02-23T03:47:08.050" v="9639" actId="478"/>
          <ac:grpSpMkLst>
            <pc:docMk/>
            <pc:sldMk cId="1352884404" sldId="336"/>
            <ac:grpSpMk id="2" creationId="{037E9BF3-D7A6-AFB3-D81E-09F99C723231}"/>
          </ac:grpSpMkLst>
        </pc:grpChg>
        <pc:cxnChg chg="mod">
          <ac:chgData name="Yunsik Kim" userId="37ce25964438db19" providerId="LiveId" clId="{BAA54C86-8622-5CAA-B237-43B559026148}" dt="2026-02-23T03:47:08.050" v="9639" actId="478"/>
          <ac:cxnSpMkLst>
            <pc:docMk/>
            <pc:sldMk cId="1352884404" sldId="336"/>
            <ac:cxnSpMk id="22" creationId="{F7D5A501-419B-CB2C-9DF3-010835EDAFC8}"/>
          </ac:cxnSpMkLst>
        </pc:cxnChg>
        <pc:cxnChg chg="mod">
          <ac:chgData name="Yunsik Kim" userId="37ce25964438db19" providerId="LiveId" clId="{BAA54C86-8622-5CAA-B237-43B559026148}" dt="2026-02-23T03:47:08.050" v="9639" actId="478"/>
          <ac:cxnSpMkLst>
            <pc:docMk/>
            <pc:sldMk cId="1352884404" sldId="336"/>
            <ac:cxnSpMk id="34" creationId="{052E70AA-BD27-7B6E-1C7C-007B32D5748D}"/>
          </ac:cxnSpMkLst>
        </pc:cxnChg>
        <pc:cxnChg chg="mod">
          <ac:chgData name="Yunsik Kim" userId="37ce25964438db19" providerId="LiveId" clId="{BAA54C86-8622-5CAA-B237-43B559026148}" dt="2026-02-23T03:47:08.050" v="9639" actId="478"/>
          <ac:cxnSpMkLst>
            <pc:docMk/>
            <pc:sldMk cId="1352884404" sldId="336"/>
            <ac:cxnSpMk id="36" creationId="{B51F2F01-1D1D-6DB5-7085-81BC4B361E79}"/>
          </ac:cxnSpMkLst>
        </pc:cxnChg>
        <pc:cxnChg chg="mod">
          <ac:chgData name="Yunsik Kim" userId="37ce25964438db19" providerId="LiveId" clId="{BAA54C86-8622-5CAA-B237-43B559026148}" dt="2026-02-23T03:47:08.050" v="9639" actId="478"/>
          <ac:cxnSpMkLst>
            <pc:docMk/>
            <pc:sldMk cId="1352884404" sldId="336"/>
            <ac:cxnSpMk id="40" creationId="{424576E8-EC50-56EF-5199-6A8B337C6D73}"/>
          </ac:cxnSpMkLst>
        </pc:cxnChg>
        <pc:cxnChg chg="mod">
          <ac:chgData name="Yunsik Kim" userId="37ce25964438db19" providerId="LiveId" clId="{BAA54C86-8622-5CAA-B237-43B559026148}" dt="2026-02-23T03:47:08.050" v="9639" actId="478"/>
          <ac:cxnSpMkLst>
            <pc:docMk/>
            <pc:sldMk cId="1352884404" sldId="336"/>
            <ac:cxnSpMk id="42" creationId="{D72C1D4A-EF1F-E920-5C41-EC60370EE455}"/>
          </ac:cxnSpMkLst>
        </pc:cxnChg>
        <pc:cxnChg chg="mod">
          <ac:chgData name="Yunsik Kim" userId="37ce25964438db19" providerId="LiveId" clId="{BAA54C86-8622-5CAA-B237-43B559026148}" dt="2026-02-23T03:47:08.050" v="9639" actId="478"/>
          <ac:cxnSpMkLst>
            <pc:docMk/>
            <pc:sldMk cId="1352884404" sldId="336"/>
            <ac:cxnSpMk id="43" creationId="{5E8FE9A4-AD7E-EB8A-AA33-AFAB8A7633AF}"/>
          </ac:cxnSpMkLst>
        </pc:cxnChg>
        <pc:cxnChg chg="mod">
          <ac:chgData name="Yunsik Kim" userId="37ce25964438db19" providerId="LiveId" clId="{BAA54C86-8622-5CAA-B237-43B559026148}" dt="2026-02-23T03:47:08.050" v="9639" actId="478"/>
          <ac:cxnSpMkLst>
            <pc:docMk/>
            <pc:sldMk cId="1352884404" sldId="336"/>
            <ac:cxnSpMk id="45" creationId="{991ED841-146A-9B57-EF07-ADEE1F073429}"/>
          </ac:cxnSpMkLst>
        </pc:cxnChg>
        <pc:cxnChg chg="mod">
          <ac:chgData name="Yunsik Kim" userId="37ce25964438db19" providerId="LiveId" clId="{BAA54C86-8622-5CAA-B237-43B559026148}" dt="2026-02-23T03:47:08.050" v="9639" actId="478"/>
          <ac:cxnSpMkLst>
            <pc:docMk/>
            <pc:sldMk cId="1352884404" sldId="336"/>
            <ac:cxnSpMk id="46" creationId="{D69A7DE0-674A-3E18-8F60-905B32634556}"/>
          </ac:cxnSpMkLst>
        </pc:cxnChg>
        <pc:cxnChg chg="mod">
          <ac:chgData name="Yunsik Kim" userId="37ce25964438db19" providerId="LiveId" clId="{BAA54C86-8622-5CAA-B237-43B559026148}" dt="2026-02-23T03:47:08.050" v="9639" actId="478"/>
          <ac:cxnSpMkLst>
            <pc:docMk/>
            <pc:sldMk cId="1352884404" sldId="336"/>
            <ac:cxnSpMk id="47" creationId="{A1C26A43-6333-B982-419F-6627F3AE53E7}"/>
          </ac:cxnSpMkLst>
        </pc:cxnChg>
      </pc:sldChg>
      <pc:sldChg chg="addSp delSp modSp add mod delAnim modNotesTx">
        <pc:chgData name="Yunsik Kim" userId="37ce25964438db19" providerId="LiveId" clId="{BAA54C86-8622-5CAA-B237-43B559026148}" dt="2026-02-23T20:26:20.331" v="10545" actId="478"/>
        <pc:sldMkLst>
          <pc:docMk/>
          <pc:sldMk cId="913483964" sldId="337"/>
        </pc:sldMkLst>
        <pc:spChg chg="del">
          <ac:chgData name="Yunsik Kim" userId="37ce25964438db19" providerId="LiveId" clId="{BAA54C86-8622-5CAA-B237-43B559026148}" dt="2026-02-23T20:10:20.347" v="10512" actId="478"/>
          <ac:spMkLst>
            <pc:docMk/>
            <pc:sldMk cId="913483964" sldId="337"/>
            <ac:spMk id="2" creationId="{E6C82152-C65F-82FA-BCBC-063612013003}"/>
          </ac:spMkLst>
        </pc:spChg>
        <pc:spChg chg="add del">
          <ac:chgData name="Yunsik Kim" userId="37ce25964438db19" providerId="LiveId" clId="{BAA54C86-8622-5CAA-B237-43B559026148}" dt="2026-02-23T20:26:20.331" v="10545" actId="478"/>
          <ac:spMkLst>
            <pc:docMk/>
            <pc:sldMk cId="913483964" sldId="337"/>
            <ac:spMk id="4" creationId="{222F62DB-A40A-F1C9-A0D5-FA626B392DB0}"/>
          </ac:spMkLst>
        </pc:spChg>
        <pc:spChg chg="del">
          <ac:chgData name="Yunsik Kim" userId="37ce25964438db19" providerId="LiveId" clId="{BAA54C86-8622-5CAA-B237-43B559026148}" dt="2026-02-23T20:10:20.347" v="10512" actId="478"/>
          <ac:spMkLst>
            <pc:docMk/>
            <pc:sldMk cId="913483964" sldId="337"/>
            <ac:spMk id="6" creationId="{33F23610-BBEB-5711-19F0-74A258968879}"/>
          </ac:spMkLst>
        </pc:spChg>
        <pc:spChg chg="del">
          <ac:chgData name="Yunsik Kim" userId="37ce25964438db19" providerId="LiveId" clId="{BAA54C86-8622-5CAA-B237-43B559026148}" dt="2026-02-23T20:10:20.347" v="10512" actId="478"/>
          <ac:spMkLst>
            <pc:docMk/>
            <pc:sldMk cId="913483964" sldId="337"/>
            <ac:spMk id="44" creationId="{A8FD2ED0-BCD9-B415-B7E5-C8D6FB188763}"/>
          </ac:spMkLst>
        </pc:spChg>
        <pc:spChg chg="del">
          <ac:chgData name="Yunsik Kim" userId="37ce25964438db19" providerId="LiveId" clId="{BAA54C86-8622-5CAA-B237-43B559026148}" dt="2026-02-23T20:10:20.347" v="10512" actId="478"/>
          <ac:spMkLst>
            <pc:docMk/>
            <pc:sldMk cId="913483964" sldId="337"/>
            <ac:spMk id="46" creationId="{D9E7482A-896E-B185-4AC6-48B6B9FCA9DC}"/>
          </ac:spMkLst>
        </pc:spChg>
        <pc:spChg chg="del">
          <ac:chgData name="Yunsik Kim" userId="37ce25964438db19" providerId="LiveId" clId="{BAA54C86-8622-5CAA-B237-43B559026148}" dt="2026-02-23T20:10:20.347" v="10512" actId="478"/>
          <ac:spMkLst>
            <pc:docMk/>
            <pc:sldMk cId="913483964" sldId="337"/>
            <ac:spMk id="47" creationId="{10F52247-B52C-7CFA-EDA8-210D55099C3F}"/>
          </ac:spMkLst>
        </pc:spChg>
        <pc:spChg chg="del">
          <ac:chgData name="Yunsik Kim" userId="37ce25964438db19" providerId="LiveId" clId="{BAA54C86-8622-5CAA-B237-43B559026148}" dt="2026-02-23T20:10:20.347" v="10512" actId="478"/>
          <ac:spMkLst>
            <pc:docMk/>
            <pc:sldMk cId="913483964" sldId="337"/>
            <ac:spMk id="50" creationId="{C83BDF53-5298-E296-DA72-2C344F3FDB07}"/>
          </ac:spMkLst>
        </pc:spChg>
        <pc:spChg chg="del">
          <ac:chgData name="Yunsik Kim" userId="37ce25964438db19" providerId="LiveId" clId="{BAA54C86-8622-5CAA-B237-43B559026148}" dt="2026-02-23T20:10:20.347" v="10512" actId="478"/>
          <ac:spMkLst>
            <pc:docMk/>
            <pc:sldMk cId="913483964" sldId="337"/>
            <ac:spMk id="51" creationId="{72D86FA2-AA04-7909-8D62-326EF31A8301}"/>
          </ac:spMkLst>
        </pc:spChg>
        <pc:spChg chg="del">
          <ac:chgData name="Yunsik Kim" userId="37ce25964438db19" providerId="LiveId" clId="{BAA54C86-8622-5CAA-B237-43B559026148}" dt="2026-02-23T20:10:20.347" v="10512" actId="478"/>
          <ac:spMkLst>
            <pc:docMk/>
            <pc:sldMk cId="913483964" sldId="337"/>
            <ac:spMk id="52" creationId="{4C504136-239F-AA75-9F4F-9A6B84368E33}"/>
          </ac:spMkLst>
        </pc:spChg>
        <pc:grpChg chg="del">
          <ac:chgData name="Yunsik Kim" userId="37ce25964438db19" providerId="LiveId" clId="{BAA54C86-8622-5CAA-B237-43B559026148}" dt="2026-02-23T20:10:20.347" v="10512" actId="478"/>
          <ac:grpSpMkLst>
            <pc:docMk/>
            <pc:sldMk cId="913483964" sldId="337"/>
            <ac:grpSpMk id="43" creationId="{9C72C10F-EE08-2A90-AB9E-C09B7DC68209}"/>
          </ac:grpSpMkLst>
        </pc:grpChg>
        <pc:picChg chg="add del mod">
          <ac:chgData name="Yunsik Kim" userId="37ce25964438db19" providerId="LiveId" clId="{BAA54C86-8622-5CAA-B237-43B559026148}" dt="2026-02-23T20:13:43.996" v="10539" actId="478"/>
          <ac:picMkLst>
            <pc:docMk/>
            <pc:sldMk cId="913483964" sldId="337"/>
            <ac:picMk id="5" creationId="{232F669D-A818-0CD1-B016-4055D87AED64}"/>
          </ac:picMkLst>
        </pc:picChg>
        <pc:picChg chg="add del mod">
          <ac:chgData name="Yunsik Kim" userId="37ce25964438db19" providerId="LiveId" clId="{BAA54C86-8622-5CAA-B237-43B559026148}" dt="2026-02-23T20:13:43.416" v="10538" actId="478"/>
          <ac:picMkLst>
            <pc:docMk/>
            <pc:sldMk cId="913483964" sldId="337"/>
            <ac:picMk id="7" creationId="{69213385-2602-11E8-DD9E-88FB3A9057C1}"/>
          </ac:picMkLst>
        </pc:picChg>
        <pc:picChg chg="add del mod">
          <ac:chgData name="Yunsik Kim" userId="37ce25964438db19" providerId="LiveId" clId="{BAA54C86-8622-5CAA-B237-43B559026148}" dt="2026-02-23T20:13:45.024" v="10541" actId="478"/>
          <ac:picMkLst>
            <pc:docMk/>
            <pc:sldMk cId="913483964" sldId="337"/>
            <ac:picMk id="9" creationId="{56038C39-FBFB-5E4E-22C5-C45D1FA4E299}"/>
          </ac:picMkLst>
        </pc:picChg>
        <pc:picChg chg="add del mod">
          <ac:chgData name="Yunsik Kim" userId="37ce25964438db19" providerId="LiveId" clId="{BAA54C86-8622-5CAA-B237-43B559026148}" dt="2026-02-23T20:13:44.445" v="10540" actId="478"/>
          <ac:picMkLst>
            <pc:docMk/>
            <pc:sldMk cId="913483964" sldId="337"/>
            <ac:picMk id="10" creationId="{0F933499-4BBD-21B4-ECEA-01217D1066BC}"/>
          </ac:picMkLst>
        </pc:picChg>
        <pc:picChg chg="add del mod">
          <ac:chgData name="Yunsik Kim" userId="37ce25964438db19" providerId="LiveId" clId="{BAA54C86-8622-5CAA-B237-43B559026148}" dt="2026-02-23T20:13:42.776" v="10537" actId="478"/>
          <ac:picMkLst>
            <pc:docMk/>
            <pc:sldMk cId="913483964" sldId="337"/>
            <ac:picMk id="11" creationId="{502ED507-ECF9-9CA9-20C8-9F965C3AAA45}"/>
          </ac:picMkLst>
        </pc:picChg>
        <pc:picChg chg="add mod">
          <ac:chgData name="Yunsik Kim" userId="37ce25964438db19" providerId="LiveId" clId="{BAA54C86-8622-5CAA-B237-43B559026148}" dt="2026-02-23T20:13:47.687" v="10543" actId="14100"/>
          <ac:picMkLst>
            <pc:docMk/>
            <pc:sldMk cId="913483964" sldId="337"/>
            <ac:picMk id="12" creationId="{ACA6A774-2555-8D9B-3909-D91AE775BB5A}"/>
          </ac:picMkLst>
        </pc:picChg>
        <pc:cxnChg chg="mod">
          <ac:chgData name="Yunsik Kim" userId="37ce25964438db19" providerId="LiveId" clId="{BAA54C86-8622-5CAA-B237-43B559026148}" dt="2026-02-23T20:10:20.347" v="10512" actId="478"/>
          <ac:cxnSpMkLst>
            <pc:docMk/>
            <pc:sldMk cId="913483964" sldId="337"/>
            <ac:cxnSpMk id="38" creationId="{54AB2586-4308-8540-AC87-3A19F5B56AC0}"/>
          </ac:cxnSpMkLst>
        </pc:cxnChg>
      </pc:sldChg>
      <pc:sldChg chg="delSp add mod">
        <pc:chgData name="Yunsik Kim" userId="37ce25964438db19" providerId="LiveId" clId="{BAA54C86-8622-5CAA-B237-43B559026148}" dt="2026-02-23T20:26:24.876" v="10548" actId="478"/>
        <pc:sldMkLst>
          <pc:docMk/>
          <pc:sldMk cId="2018831297" sldId="338"/>
        </pc:sldMkLst>
        <pc:picChg chg="del">
          <ac:chgData name="Yunsik Kim" userId="37ce25964438db19" providerId="LiveId" clId="{BAA54C86-8622-5CAA-B237-43B559026148}" dt="2026-02-23T20:26:24.876" v="10548" actId="478"/>
          <ac:picMkLst>
            <pc:docMk/>
            <pc:sldMk cId="2018831297" sldId="338"/>
            <ac:picMk id="12" creationId="{7F891664-7724-C138-43A3-88C25F62CAD5}"/>
          </ac:picMkLst>
        </pc:picChg>
      </pc:sldChg>
      <pc:sldChg chg="addSp delSp modSp new mod">
        <pc:chgData name="Yunsik Kim" userId="37ce25964438db19" providerId="LiveId" clId="{BAA54C86-8622-5CAA-B237-43B559026148}" dt="2026-02-23T22:24:06.070" v="11129" actId="1036"/>
        <pc:sldMkLst>
          <pc:docMk/>
          <pc:sldMk cId="668129625" sldId="339"/>
        </pc:sldMkLst>
        <pc:spChg chg="add del">
          <ac:chgData name="Yunsik Kim" userId="37ce25964438db19" providerId="LiveId" clId="{BAA54C86-8622-5CAA-B237-43B559026148}" dt="2026-02-23T20:26:40.005" v="10552" actId="478"/>
          <ac:spMkLst>
            <pc:docMk/>
            <pc:sldMk cId="668129625" sldId="339"/>
            <ac:spMk id="2" creationId="{4ADBF264-5C74-C3A5-8882-F30FF3BFD461}"/>
          </ac:spMkLst>
        </pc:spChg>
        <pc:spChg chg="add del">
          <ac:chgData name="Yunsik Kim" userId="37ce25964438db19" providerId="LiveId" clId="{BAA54C86-8622-5CAA-B237-43B559026148}" dt="2026-02-23T20:26:40.005" v="10552" actId="478"/>
          <ac:spMkLst>
            <pc:docMk/>
            <pc:sldMk cId="668129625" sldId="339"/>
            <ac:spMk id="3" creationId="{11F5C575-DADF-0012-C308-B8CAC812E655}"/>
          </ac:spMkLst>
        </pc:spChg>
        <pc:spChg chg="add del">
          <ac:chgData name="Yunsik Kim" userId="37ce25964438db19" providerId="LiveId" clId="{BAA54C86-8622-5CAA-B237-43B559026148}" dt="2026-02-23T20:26:40.005" v="10552" actId="478"/>
          <ac:spMkLst>
            <pc:docMk/>
            <pc:sldMk cId="668129625" sldId="339"/>
            <ac:spMk id="4" creationId="{EA07CF93-DD08-FB36-3C43-FB2C137C8CED}"/>
          </ac:spMkLst>
        </pc:spChg>
        <pc:spChg chg="add del mod">
          <ac:chgData name="Yunsik Kim" userId="37ce25964438db19" providerId="LiveId" clId="{BAA54C86-8622-5CAA-B237-43B559026148}" dt="2026-02-23T21:48:03.475" v="10665" actId="478"/>
          <ac:spMkLst>
            <pc:docMk/>
            <pc:sldMk cId="668129625" sldId="339"/>
            <ac:spMk id="5" creationId="{7C1E3C08-6A92-A68F-F0B5-89B096B16ABE}"/>
          </ac:spMkLst>
        </pc:spChg>
        <pc:spChg chg="add del mod">
          <ac:chgData name="Yunsik Kim" userId="37ce25964438db19" providerId="LiveId" clId="{BAA54C86-8622-5CAA-B237-43B559026148}" dt="2026-02-23T20:26:53.902" v="10558" actId="478"/>
          <ac:spMkLst>
            <pc:docMk/>
            <pc:sldMk cId="668129625" sldId="339"/>
            <ac:spMk id="6" creationId="{61958402-3FB5-5FB3-62F6-2AAE606C8EB7}"/>
          </ac:spMkLst>
        </pc:spChg>
        <pc:spChg chg="add del mod">
          <ac:chgData name="Yunsik Kim" userId="37ce25964438db19" providerId="LiveId" clId="{BAA54C86-8622-5CAA-B237-43B559026148}" dt="2026-02-23T21:48:05.293" v="10666" actId="478"/>
          <ac:spMkLst>
            <pc:docMk/>
            <pc:sldMk cId="668129625" sldId="339"/>
            <ac:spMk id="7" creationId="{D51E766C-8529-E5FE-5CC4-3A82A78EC784}"/>
          </ac:spMkLst>
        </pc:spChg>
        <pc:spChg chg="add del mod">
          <ac:chgData name="Yunsik Kim" userId="37ce25964438db19" providerId="LiveId" clId="{BAA54C86-8622-5CAA-B237-43B559026148}" dt="2026-02-23T21:20:46.055" v="10643" actId="478"/>
          <ac:spMkLst>
            <pc:docMk/>
            <pc:sldMk cId="668129625" sldId="339"/>
            <ac:spMk id="8" creationId="{2F1DC103-8FDF-31C3-6FB3-FF24F32B4930}"/>
          </ac:spMkLst>
        </pc:spChg>
        <pc:spChg chg="add del mod">
          <ac:chgData name="Yunsik Kim" userId="37ce25964438db19" providerId="LiveId" clId="{BAA54C86-8622-5CAA-B237-43B559026148}" dt="2026-02-23T21:48:06.845" v="10667" actId="478"/>
          <ac:spMkLst>
            <pc:docMk/>
            <pc:sldMk cId="668129625" sldId="339"/>
            <ac:spMk id="9" creationId="{FC46B588-E13F-1B34-EBC6-EA955472A57E}"/>
          </ac:spMkLst>
        </pc:spChg>
        <pc:spChg chg="add mod">
          <ac:chgData name="Yunsik Kim" userId="37ce25964438db19" providerId="LiveId" clId="{BAA54C86-8622-5CAA-B237-43B559026148}" dt="2026-02-23T21:52:48.253" v="10767" actId="1035"/>
          <ac:spMkLst>
            <pc:docMk/>
            <pc:sldMk cId="668129625" sldId="339"/>
            <ac:spMk id="14" creationId="{D629E02E-B196-B3A9-9338-2B90E75DDC4B}"/>
          </ac:spMkLst>
        </pc:spChg>
        <pc:spChg chg="add mod">
          <ac:chgData name="Yunsik Kim" userId="37ce25964438db19" providerId="LiveId" clId="{BAA54C86-8622-5CAA-B237-43B559026148}" dt="2026-02-23T22:03:03.706" v="10939" actId="12789"/>
          <ac:spMkLst>
            <pc:docMk/>
            <pc:sldMk cId="668129625" sldId="339"/>
            <ac:spMk id="19" creationId="{C74E023F-D206-445E-0169-A5A74FE3D136}"/>
          </ac:spMkLst>
        </pc:spChg>
        <pc:spChg chg="add mod">
          <ac:chgData name="Yunsik Kim" userId="37ce25964438db19" providerId="LiveId" clId="{BAA54C86-8622-5CAA-B237-43B559026148}" dt="2026-02-23T22:09:28.165" v="11027" actId="2711"/>
          <ac:spMkLst>
            <pc:docMk/>
            <pc:sldMk cId="668129625" sldId="339"/>
            <ac:spMk id="20" creationId="{7430C82E-49F7-C8CA-A92A-7ED641F6E281}"/>
          </ac:spMkLst>
        </pc:spChg>
        <pc:spChg chg="add mod">
          <ac:chgData name="Yunsik Kim" userId="37ce25964438db19" providerId="LiveId" clId="{BAA54C86-8622-5CAA-B237-43B559026148}" dt="2026-02-23T22:02:57.514" v="10938" actId="12789"/>
          <ac:spMkLst>
            <pc:docMk/>
            <pc:sldMk cId="668129625" sldId="339"/>
            <ac:spMk id="21" creationId="{5E084A2C-9898-3CC7-4A7B-8DC3234038DE}"/>
          </ac:spMkLst>
        </pc:spChg>
        <pc:spChg chg="add mod">
          <ac:chgData name="Yunsik Kim" userId="37ce25964438db19" providerId="LiveId" clId="{BAA54C86-8622-5CAA-B237-43B559026148}" dt="2026-02-23T22:02:57.514" v="10938" actId="12789"/>
          <ac:spMkLst>
            <pc:docMk/>
            <pc:sldMk cId="668129625" sldId="339"/>
            <ac:spMk id="22" creationId="{4452E508-7296-B5D3-24F4-8465EB11009F}"/>
          </ac:spMkLst>
        </pc:spChg>
        <pc:spChg chg="add mod">
          <ac:chgData name="Yunsik Kim" userId="37ce25964438db19" providerId="LiveId" clId="{BAA54C86-8622-5CAA-B237-43B559026148}" dt="2026-02-23T22:02:53.483" v="10937" actId="12789"/>
          <ac:spMkLst>
            <pc:docMk/>
            <pc:sldMk cId="668129625" sldId="339"/>
            <ac:spMk id="23" creationId="{B06A1B12-FE86-BFCC-9F75-238F8C4970FD}"/>
          </ac:spMkLst>
        </pc:spChg>
        <pc:spChg chg="add mod">
          <ac:chgData name="Yunsik Kim" userId="37ce25964438db19" providerId="LiveId" clId="{BAA54C86-8622-5CAA-B237-43B559026148}" dt="2026-02-23T22:02:53.483" v="10937" actId="12789"/>
          <ac:spMkLst>
            <pc:docMk/>
            <pc:sldMk cId="668129625" sldId="339"/>
            <ac:spMk id="24" creationId="{4B7D1C2B-0B06-A284-6F9C-B370A9FD6976}"/>
          </ac:spMkLst>
        </pc:spChg>
        <pc:spChg chg="add del mod">
          <ac:chgData name="Yunsik Kim" userId="37ce25964438db19" providerId="LiveId" clId="{BAA54C86-8622-5CAA-B237-43B559026148}" dt="2026-02-23T22:09:53.144" v="11053" actId="478"/>
          <ac:spMkLst>
            <pc:docMk/>
            <pc:sldMk cId="668129625" sldId="339"/>
            <ac:spMk id="28" creationId="{C6BB1EEB-6D96-55AC-A194-554D9AED0E65}"/>
          </ac:spMkLst>
        </pc:spChg>
        <pc:spChg chg="add del mod">
          <ac:chgData name="Yunsik Kim" userId="37ce25964438db19" providerId="LiveId" clId="{BAA54C86-8622-5CAA-B237-43B559026148}" dt="2026-02-23T22:23:51.125" v="11115" actId="478"/>
          <ac:spMkLst>
            <pc:docMk/>
            <pc:sldMk cId="668129625" sldId="339"/>
            <ac:spMk id="30" creationId="{ABE1D153-C495-22BD-5859-C6776C4B3F53}"/>
          </ac:spMkLst>
        </pc:spChg>
        <pc:grpChg chg="add mod">
          <ac:chgData name="Yunsik Kim" userId="37ce25964438db19" providerId="LiveId" clId="{BAA54C86-8622-5CAA-B237-43B559026148}" dt="2026-02-23T22:08:43.058" v="10972" actId="1035"/>
          <ac:grpSpMkLst>
            <pc:docMk/>
            <pc:sldMk cId="668129625" sldId="339"/>
            <ac:grpSpMk id="27" creationId="{B129A3AC-3BF4-846E-B7E7-67F590566486}"/>
          </ac:grpSpMkLst>
        </pc:grpChg>
        <pc:picChg chg="add del mod">
          <ac:chgData name="Yunsik Kim" userId="37ce25964438db19" providerId="LiveId" clId="{BAA54C86-8622-5CAA-B237-43B559026148}" dt="2026-02-23T21:44:02.439" v="10646" actId="478"/>
          <ac:picMkLst>
            <pc:docMk/>
            <pc:sldMk cId="668129625" sldId="339"/>
            <ac:picMk id="10" creationId="{B0563F6E-FE04-CCEE-9E46-E0FA7DDF9989}"/>
          </ac:picMkLst>
        </pc:picChg>
        <pc:picChg chg="add del mod">
          <ac:chgData name="Yunsik Kim" userId="37ce25964438db19" providerId="LiveId" clId="{BAA54C86-8622-5CAA-B237-43B559026148}" dt="2026-02-23T21:44:40.669" v="10654" actId="478"/>
          <ac:picMkLst>
            <pc:docMk/>
            <pc:sldMk cId="668129625" sldId="339"/>
            <ac:picMk id="11" creationId="{074E520E-DE79-A54D-5C61-BAA55816AE57}"/>
          </ac:picMkLst>
        </pc:picChg>
        <pc:picChg chg="add del mod">
          <ac:chgData name="Yunsik Kim" userId="37ce25964438db19" providerId="LiveId" clId="{BAA54C86-8622-5CAA-B237-43B559026148}" dt="2026-02-23T22:06:22.161" v="10940" actId="478"/>
          <ac:picMkLst>
            <pc:docMk/>
            <pc:sldMk cId="668129625" sldId="339"/>
            <ac:picMk id="12" creationId="{400B82AA-4F77-5972-BDC3-0F7683C94094}"/>
          </ac:picMkLst>
        </pc:picChg>
        <pc:picChg chg="add del mod">
          <ac:chgData name="Yunsik Kim" userId="37ce25964438db19" providerId="LiveId" clId="{BAA54C86-8622-5CAA-B237-43B559026148}" dt="2026-02-23T21:54:16.370" v="10783" actId="478"/>
          <ac:picMkLst>
            <pc:docMk/>
            <pc:sldMk cId="668129625" sldId="339"/>
            <ac:picMk id="13" creationId="{DAE8DA6D-DAE2-1F15-37B7-1B8B3CED7735}"/>
          </ac:picMkLst>
        </pc:picChg>
        <pc:picChg chg="add del">
          <ac:chgData name="Yunsik Kim" userId="37ce25964438db19" providerId="LiveId" clId="{BAA54C86-8622-5CAA-B237-43B559026148}" dt="2026-02-23T21:52:34.400" v="10757" actId="478"/>
          <ac:picMkLst>
            <pc:docMk/>
            <pc:sldMk cId="668129625" sldId="339"/>
            <ac:picMk id="15" creationId="{B9F3FDC9-30DF-E6A6-99B0-CEC3DA707A84}"/>
          </ac:picMkLst>
        </pc:picChg>
        <pc:picChg chg="add del mod">
          <ac:chgData name="Yunsik Kim" userId="37ce25964438db19" providerId="LiveId" clId="{BAA54C86-8622-5CAA-B237-43B559026148}" dt="2026-02-23T21:58:56.064" v="10808" actId="478"/>
          <ac:picMkLst>
            <pc:docMk/>
            <pc:sldMk cId="668129625" sldId="339"/>
            <ac:picMk id="16" creationId="{560ED185-2E68-05D2-498D-5DC320E7B022}"/>
          </ac:picMkLst>
        </pc:picChg>
        <pc:picChg chg="add del mod">
          <ac:chgData name="Yunsik Kim" userId="37ce25964438db19" providerId="LiveId" clId="{BAA54C86-8622-5CAA-B237-43B559026148}" dt="2026-02-23T21:57:55.848" v="10797" actId="478"/>
          <ac:picMkLst>
            <pc:docMk/>
            <pc:sldMk cId="668129625" sldId="339"/>
            <ac:picMk id="17" creationId="{0818AFBE-B297-917F-5280-C2EBC93663B8}"/>
          </ac:picMkLst>
        </pc:picChg>
        <pc:picChg chg="add del mod">
          <ac:chgData name="Yunsik Kim" userId="37ce25964438db19" providerId="LiveId" clId="{BAA54C86-8622-5CAA-B237-43B559026148}" dt="2026-02-23T22:09:08.593" v="11025" actId="478"/>
          <ac:picMkLst>
            <pc:docMk/>
            <pc:sldMk cId="668129625" sldId="339"/>
            <ac:picMk id="18" creationId="{F4F7A137-ABC3-1A43-893A-331163C67F6F}"/>
          </ac:picMkLst>
        </pc:picChg>
        <pc:picChg chg="add mod">
          <ac:chgData name="Yunsik Kim" userId="37ce25964438db19" providerId="LiveId" clId="{BAA54C86-8622-5CAA-B237-43B559026148}" dt="2026-02-23T22:10:21.660" v="11055" actId="14100"/>
          <ac:picMkLst>
            <pc:docMk/>
            <pc:sldMk cId="668129625" sldId="339"/>
            <ac:picMk id="25" creationId="{63B74D69-2C09-AF41-4D1A-8FC795359E18}"/>
          </ac:picMkLst>
        </pc:picChg>
        <pc:picChg chg="add mod">
          <ac:chgData name="Yunsik Kim" userId="37ce25964438db19" providerId="LiveId" clId="{BAA54C86-8622-5CAA-B237-43B559026148}" dt="2026-02-23T22:10:28.110" v="11058" actId="1076"/>
          <ac:picMkLst>
            <pc:docMk/>
            <pc:sldMk cId="668129625" sldId="339"/>
            <ac:picMk id="26" creationId="{721DA5EC-B21E-601F-A5B9-FFFA0A4AE003}"/>
          </ac:picMkLst>
        </pc:picChg>
        <pc:picChg chg="add del mod">
          <ac:chgData name="Yunsik Kim" userId="37ce25964438db19" providerId="LiveId" clId="{BAA54C86-8622-5CAA-B237-43B559026148}" dt="2026-02-23T22:13:08.751" v="11062" actId="478"/>
          <ac:picMkLst>
            <pc:docMk/>
            <pc:sldMk cId="668129625" sldId="339"/>
            <ac:picMk id="29" creationId="{3FB666B5-D674-4121-2057-462BF3DAC70E}"/>
          </ac:picMkLst>
        </pc:picChg>
        <pc:picChg chg="add mod">
          <ac:chgData name="Yunsik Kim" userId="37ce25964438db19" providerId="LiveId" clId="{BAA54C86-8622-5CAA-B237-43B559026148}" dt="2026-02-23T22:20:58.985" v="11097" actId="552"/>
          <ac:picMkLst>
            <pc:docMk/>
            <pc:sldMk cId="668129625" sldId="339"/>
            <ac:picMk id="38" creationId="{7C0664CB-A22D-9531-5890-92C9A611FCB6}"/>
          </ac:picMkLst>
        </pc:picChg>
        <pc:picChg chg="add mod">
          <ac:chgData name="Yunsik Kim" userId="37ce25964438db19" providerId="LiveId" clId="{BAA54C86-8622-5CAA-B237-43B559026148}" dt="2026-02-23T22:23:43.138" v="11114" actId="1038"/>
          <ac:picMkLst>
            <pc:docMk/>
            <pc:sldMk cId="668129625" sldId="339"/>
            <ac:picMk id="39" creationId="{057A5374-C167-39A7-C982-E84057150131}"/>
          </ac:picMkLst>
        </pc:picChg>
        <pc:picChg chg="add mod">
          <ac:chgData name="Yunsik Kim" userId="37ce25964438db19" providerId="LiveId" clId="{BAA54C86-8622-5CAA-B237-43B559026148}" dt="2026-02-23T22:24:06.070" v="11129" actId="1036"/>
          <ac:picMkLst>
            <pc:docMk/>
            <pc:sldMk cId="668129625" sldId="339"/>
            <ac:picMk id="40" creationId="{C406AB9A-F431-0417-9ADB-28E9DB2B699D}"/>
          </ac:picMkLst>
        </pc:picChg>
        <pc:picChg chg="add mod">
          <ac:chgData name="Yunsik Kim" userId="37ce25964438db19" providerId="LiveId" clId="{BAA54C86-8622-5CAA-B237-43B559026148}" dt="2026-02-23T22:24:06.070" v="11129" actId="1036"/>
          <ac:picMkLst>
            <pc:docMk/>
            <pc:sldMk cId="668129625" sldId="339"/>
            <ac:picMk id="41" creationId="{51CA6C9A-BA1E-0181-1A40-276BE62C8829}"/>
          </ac:picMkLst>
        </pc:picChg>
        <pc:cxnChg chg="add del mod">
          <ac:chgData name="Yunsik Kim" userId="37ce25964438db19" providerId="LiveId" clId="{BAA54C86-8622-5CAA-B237-43B559026148}" dt="2026-02-23T22:15:46.026" v="11081" actId="478"/>
          <ac:cxnSpMkLst>
            <pc:docMk/>
            <pc:sldMk cId="668129625" sldId="339"/>
            <ac:cxnSpMk id="32" creationId="{C572641F-9F2A-B0EB-2388-487B214A0508}"/>
          </ac:cxnSpMkLst>
        </pc:cxnChg>
        <pc:cxnChg chg="add del mod">
          <ac:chgData name="Yunsik Kim" userId="37ce25964438db19" providerId="LiveId" clId="{BAA54C86-8622-5CAA-B237-43B559026148}" dt="2026-02-23T22:15:44.697" v="11080" actId="478"/>
          <ac:cxnSpMkLst>
            <pc:docMk/>
            <pc:sldMk cId="668129625" sldId="339"/>
            <ac:cxnSpMk id="34" creationId="{A927FD80-CACD-8AFD-E294-967A0359C55B}"/>
          </ac:cxnSpMkLst>
        </pc:cxnChg>
      </pc:sldChg>
      <pc:sldChg chg="add">
        <pc:chgData name="Yunsik Kim" userId="37ce25964438db19" providerId="LiveId" clId="{BAA54C86-8622-5CAA-B237-43B559026148}" dt="2026-02-23T21:57:53.732" v="10796" actId="2890"/>
        <pc:sldMkLst>
          <pc:docMk/>
          <pc:sldMk cId="2567510074" sldId="340"/>
        </pc:sldMkLst>
      </pc:sldChg>
    </pc:docChg>
  </pc:docChgLst>
  <pc:docChgLst>
    <pc:chgData name="Yunsik Kim" userId="37ce25964438db19" providerId="LiveId" clId="{9B41B555-0311-5937-89A4-76ECC0531C9A}"/>
    <pc:docChg chg="undo custSel modSld">
      <pc:chgData name="Yunsik Kim" userId="37ce25964438db19" providerId="LiveId" clId="{9B41B555-0311-5937-89A4-76ECC0531C9A}" dt="2026-02-23T15:43:12.376" v="7704" actId="20577"/>
      <pc:docMkLst>
        <pc:docMk/>
      </pc:docMkLst>
      <pc:sldChg chg="modNotesTx">
        <pc:chgData name="Yunsik Kim" userId="37ce25964438db19" providerId="LiveId" clId="{9B41B555-0311-5937-89A4-76ECC0531C9A}" dt="2026-02-23T13:58:50.983" v="217" actId="20577"/>
        <pc:sldMkLst>
          <pc:docMk/>
          <pc:sldMk cId="758000304" sldId="280"/>
        </pc:sldMkLst>
      </pc:sldChg>
      <pc:sldChg chg="modAnim modNotesTx">
        <pc:chgData name="Yunsik Kim" userId="37ce25964438db19" providerId="LiveId" clId="{9B41B555-0311-5937-89A4-76ECC0531C9A}" dt="2026-02-23T14:33:41.179" v="3607"/>
        <pc:sldMkLst>
          <pc:docMk/>
          <pc:sldMk cId="1180403751" sldId="323"/>
        </pc:sldMkLst>
      </pc:sldChg>
      <pc:sldChg chg="modSp mod modNotesTx">
        <pc:chgData name="Yunsik Kim" userId="37ce25964438db19" providerId="LiveId" clId="{9B41B555-0311-5937-89A4-76ECC0531C9A}" dt="2026-02-23T14:51:17.842" v="6211" actId="20577"/>
        <pc:sldMkLst>
          <pc:docMk/>
          <pc:sldMk cId="344052597" sldId="334"/>
        </pc:sldMkLst>
        <pc:spChg chg="mod">
          <ac:chgData name="Yunsik Kim" userId="37ce25964438db19" providerId="LiveId" clId="{9B41B555-0311-5937-89A4-76ECC0531C9A}" dt="2026-02-23T14:40:34.441" v="3844" actId="1076"/>
          <ac:spMkLst>
            <pc:docMk/>
            <pc:sldMk cId="344052597" sldId="334"/>
            <ac:spMk id="68" creationId="{8055CAA0-1A9E-F157-5127-30DFD239CBA6}"/>
          </ac:spMkLst>
        </pc:spChg>
        <pc:spChg chg="mod">
          <ac:chgData name="Yunsik Kim" userId="37ce25964438db19" providerId="LiveId" clId="{9B41B555-0311-5937-89A4-76ECC0531C9A}" dt="2026-02-23T14:49:27.685" v="5783" actId="404"/>
          <ac:spMkLst>
            <pc:docMk/>
            <pc:sldMk cId="344052597" sldId="334"/>
            <ac:spMk id="70" creationId="{0A755CB1-007C-2E8A-7D19-D05CB29A5522}"/>
          </ac:spMkLst>
        </pc:spChg>
        <pc:spChg chg="mod">
          <ac:chgData name="Yunsik Kim" userId="37ce25964438db19" providerId="LiveId" clId="{9B41B555-0311-5937-89A4-76ECC0531C9A}" dt="2026-02-23T14:40:31.807" v="3843" actId="1076"/>
          <ac:spMkLst>
            <pc:docMk/>
            <pc:sldMk cId="344052597" sldId="334"/>
            <ac:spMk id="71" creationId="{1B09C888-FB2D-0256-CD90-5CF0FFF393A0}"/>
          </ac:spMkLst>
        </pc:spChg>
        <pc:spChg chg="mod">
          <ac:chgData name="Yunsik Kim" userId="37ce25964438db19" providerId="LiveId" clId="{9B41B555-0311-5937-89A4-76ECC0531C9A}" dt="2026-02-23T14:41:00.471" v="3901" actId="20577"/>
          <ac:spMkLst>
            <pc:docMk/>
            <pc:sldMk cId="344052597" sldId="334"/>
            <ac:spMk id="72" creationId="{2E870108-EC7D-C43E-03F7-D0753F19E26A}"/>
          </ac:spMkLst>
        </pc:spChg>
      </pc:sldChg>
      <pc:sldChg chg="modSp mod modNotesTx">
        <pc:chgData name="Yunsik Kim" userId="37ce25964438db19" providerId="LiveId" clId="{9B41B555-0311-5937-89A4-76ECC0531C9A}" dt="2026-02-23T15:30:34.308" v="7455" actId="20577"/>
        <pc:sldMkLst>
          <pc:docMk/>
          <pc:sldMk cId="486884283" sldId="335"/>
        </pc:sldMkLst>
        <pc:spChg chg="mod">
          <ac:chgData name="Yunsik Kim" userId="37ce25964438db19" providerId="LiveId" clId="{9B41B555-0311-5937-89A4-76ECC0531C9A}" dt="2026-02-23T15:27:42.484" v="7038" actId="552"/>
          <ac:spMkLst>
            <pc:docMk/>
            <pc:sldMk cId="486884283" sldId="335"/>
            <ac:spMk id="53" creationId="{027FFCB8-D335-C8E8-D54D-5EF7C23C59DF}"/>
          </ac:spMkLst>
        </pc:spChg>
        <pc:spChg chg="mod">
          <ac:chgData name="Yunsik Kim" userId="37ce25964438db19" providerId="LiveId" clId="{9B41B555-0311-5937-89A4-76ECC0531C9A}" dt="2026-02-23T15:27:42.484" v="7038" actId="552"/>
          <ac:spMkLst>
            <pc:docMk/>
            <pc:sldMk cId="486884283" sldId="335"/>
            <ac:spMk id="58" creationId="{D70CBF3B-41B9-D1F4-8A70-6564F876AEBB}"/>
          </ac:spMkLst>
        </pc:spChg>
        <pc:spChg chg="mod">
          <ac:chgData name="Yunsik Kim" userId="37ce25964438db19" providerId="LiveId" clId="{9B41B555-0311-5937-89A4-76ECC0531C9A}" dt="2026-02-23T15:27:42.484" v="7038" actId="552"/>
          <ac:spMkLst>
            <pc:docMk/>
            <pc:sldMk cId="486884283" sldId="335"/>
            <ac:spMk id="59" creationId="{7D5CA1CB-9B78-E693-7724-BB4B15B1B933}"/>
          </ac:spMkLst>
        </pc:spChg>
        <pc:spChg chg="mod">
          <ac:chgData name="Yunsik Kim" userId="37ce25964438db19" providerId="LiveId" clId="{9B41B555-0311-5937-89A4-76ECC0531C9A}" dt="2026-02-23T15:12:22.500" v="6481" actId="1076"/>
          <ac:spMkLst>
            <pc:docMk/>
            <pc:sldMk cId="486884283" sldId="335"/>
            <ac:spMk id="60" creationId="{DD18F6FD-6A2E-069F-F96C-467F4B6CA799}"/>
          </ac:spMkLst>
        </pc:spChg>
        <pc:spChg chg="mod">
          <ac:chgData name="Yunsik Kim" userId="37ce25964438db19" providerId="LiveId" clId="{9B41B555-0311-5937-89A4-76ECC0531C9A}" dt="2026-02-23T15:27:35.464" v="7035" actId="1076"/>
          <ac:spMkLst>
            <pc:docMk/>
            <pc:sldMk cId="486884283" sldId="335"/>
            <ac:spMk id="61" creationId="{62FA9CF3-34FC-E93A-CE05-340A890CA514}"/>
          </ac:spMkLst>
        </pc:spChg>
      </pc:sldChg>
      <pc:sldChg chg="addSp delSp modSp mod modNotesTx">
        <pc:chgData name="Yunsik Kim" userId="37ce25964438db19" providerId="LiveId" clId="{9B41B555-0311-5937-89A4-76ECC0531C9A}" dt="2026-02-23T15:43:12.376" v="7704" actId="20577"/>
        <pc:sldMkLst>
          <pc:docMk/>
          <pc:sldMk cId="1352884404" sldId="336"/>
        </pc:sldMkLst>
        <pc:spChg chg="add mod">
          <ac:chgData name="Yunsik Kim" userId="37ce25964438db19" providerId="LiveId" clId="{9B41B555-0311-5937-89A4-76ECC0531C9A}" dt="2026-02-23T15:32:18.080" v="7486" actId="20577"/>
          <ac:spMkLst>
            <pc:docMk/>
            <pc:sldMk cId="1352884404" sldId="336"/>
            <ac:spMk id="2" creationId="{996D7DE7-B5F8-7226-423E-BCA4406C2433}"/>
          </ac:spMkLst>
        </pc:spChg>
        <pc:spChg chg="del">
          <ac:chgData name="Yunsik Kim" userId="37ce25964438db19" providerId="LiveId" clId="{9B41B555-0311-5937-89A4-76ECC0531C9A}" dt="2026-02-23T15:32:28.457" v="7487" actId="478"/>
          <ac:spMkLst>
            <pc:docMk/>
            <pc:sldMk cId="1352884404" sldId="336"/>
            <ac:spMk id="5" creationId="{D95F9F93-FA39-8E49-F02C-E033B128F0C4}"/>
          </ac:spMkLst>
        </pc:spChg>
        <pc:spChg chg="add mod">
          <ac:chgData name="Yunsik Kim" userId="37ce25964438db19" providerId="LiveId" clId="{9B41B555-0311-5937-89A4-76ECC0531C9A}" dt="2026-02-23T15:37:39.070" v="7583" actId="207"/>
          <ac:spMkLst>
            <pc:docMk/>
            <pc:sldMk cId="1352884404" sldId="336"/>
            <ac:spMk id="7" creationId="{D1A569EB-7D5C-2D14-0671-7354BB71BCB8}"/>
          </ac:spMkLst>
        </pc:spChg>
        <pc:spChg chg="add mod">
          <ac:chgData name="Yunsik Kim" userId="37ce25964438db19" providerId="LiveId" clId="{9B41B555-0311-5937-89A4-76ECC0531C9A}" dt="2026-02-23T15:37:39.070" v="7583" actId="207"/>
          <ac:spMkLst>
            <pc:docMk/>
            <pc:sldMk cId="1352884404" sldId="336"/>
            <ac:spMk id="8" creationId="{B7ED30AE-D9A6-05F7-419E-B1CF3EAB1104}"/>
          </ac:spMkLst>
        </pc:spChg>
        <pc:spChg chg="add mod">
          <ac:chgData name="Yunsik Kim" userId="37ce25964438db19" providerId="LiveId" clId="{9B41B555-0311-5937-89A4-76ECC0531C9A}" dt="2026-02-23T15:37:48.290" v="7586" actId="20577"/>
          <ac:spMkLst>
            <pc:docMk/>
            <pc:sldMk cId="1352884404" sldId="336"/>
            <ac:spMk id="9" creationId="{D4B08BBA-38F6-B130-1B25-0019138EB821}"/>
          </ac:spMkLst>
        </pc:spChg>
        <pc:picChg chg="add mod">
          <ac:chgData name="Yunsik Kim" userId="37ce25964438db19" providerId="LiveId" clId="{9B41B555-0311-5937-89A4-76ECC0531C9A}" dt="2026-02-23T15:36:19.714" v="7494" actId="1076"/>
          <ac:picMkLst>
            <pc:docMk/>
            <pc:sldMk cId="1352884404" sldId="336"/>
            <ac:picMk id="6" creationId="{8D4CEA7E-72A6-64C3-CBBD-15F2F4ADEDE1}"/>
          </ac:picMkLst>
        </pc:picChg>
        <pc:picChg chg="add del mod">
          <ac:chgData name="Yunsik Kim" userId="37ce25964438db19" providerId="LiveId" clId="{9B41B555-0311-5937-89A4-76ECC0531C9A}" dt="2026-02-23T15:42:44.746" v="7589" actId="478"/>
          <ac:picMkLst>
            <pc:docMk/>
            <pc:sldMk cId="1352884404" sldId="336"/>
            <ac:picMk id="10" creationId="{6C81D739-CE66-2AA3-DC5D-F9D0C8F37C1B}"/>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17DA279-56B0-A848-B588-2765E893DDDE}" type="datetimeFigureOut">
              <a:rPr lang="en-US" smtClean="0"/>
              <a:t>2/23/26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4BBF8B8-88D6-0746-900F-F392DD6256C7}" type="slidenum">
              <a:rPr lang="en-US" smtClean="0"/>
              <a:t>‹#›</a:t>
            </a:fld>
            <a:endParaRPr lang="en-US"/>
          </a:p>
        </p:txBody>
      </p:sp>
    </p:spTree>
    <p:extLst>
      <p:ext uri="{BB962C8B-B14F-4D97-AF65-F5344CB8AC3E}">
        <p14:creationId xmlns:p14="http://schemas.microsoft.com/office/powerpoint/2010/main" val="14271994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today, I’ve got two topics to cover. One is about my dissertation research, and another is about weather data source for micromobility research.</a:t>
            </a:r>
          </a:p>
        </p:txBody>
      </p:sp>
      <p:sp>
        <p:nvSpPr>
          <p:cNvPr id="4" name="Slide Number Placeholder 3"/>
          <p:cNvSpPr>
            <a:spLocks noGrp="1"/>
          </p:cNvSpPr>
          <p:nvPr>
            <p:ph type="sldNum" sz="quarter" idx="5"/>
          </p:nvPr>
        </p:nvSpPr>
        <p:spPr/>
        <p:txBody>
          <a:bodyPr/>
          <a:lstStyle/>
          <a:p>
            <a:fld id="{34BBF8B8-88D6-0746-900F-F392DD6256C7}" type="slidenum">
              <a:rPr lang="en-US" smtClean="0"/>
              <a:t>0</a:t>
            </a:fld>
            <a:endParaRPr lang="en-US"/>
          </a:p>
        </p:txBody>
      </p:sp>
    </p:spTree>
    <p:extLst>
      <p:ext uri="{BB962C8B-B14F-4D97-AF65-F5344CB8AC3E}">
        <p14:creationId xmlns:p14="http://schemas.microsoft.com/office/powerpoint/2010/main" val="41176579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FAFADC-595E-246A-DD32-63ACE70F27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9B91FC-C913-226D-6713-231E668F00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ACACF6E-3CCD-5E4C-388F-E38A46290B4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p:txBody>
      </p:sp>
      <p:sp>
        <p:nvSpPr>
          <p:cNvPr id="4" name="Slide Number Placeholder 3">
            <a:extLst>
              <a:ext uri="{FF2B5EF4-FFF2-40B4-BE49-F238E27FC236}">
                <a16:creationId xmlns:a16="http://schemas.microsoft.com/office/drawing/2014/main" id="{30B4FB73-3B63-B9A3-AE78-5C79450E250E}"/>
              </a:ext>
            </a:extLst>
          </p:cNvPr>
          <p:cNvSpPr>
            <a:spLocks noGrp="1"/>
          </p:cNvSpPr>
          <p:nvPr>
            <p:ph type="sldNum" sz="quarter" idx="5"/>
          </p:nvPr>
        </p:nvSpPr>
        <p:spPr/>
        <p:txBody>
          <a:bodyPr/>
          <a:lstStyle/>
          <a:p>
            <a:fld id="{34BBF8B8-88D6-0746-900F-F392DD6256C7}" type="slidenum">
              <a:rPr lang="en-US" smtClean="0"/>
              <a:t>1</a:t>
            </a:fld>
            <a:endParaRPr lang="en-US"/>
          </a:p>
        </p:txBody>
      </p:sp>
    </p:spTree>
    <p:extLst>
      <p:ext uri="{BB962C8B-B14F-4D97-AF65-F5344CB8AC3E}">
        <p14:creationId xmlns:p14="http://schemas.microsoft.com/office/powerpoint/2010/main" val="324016660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A7E965-EDD7-4FD8-7959-4B002E0402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C5334E-3799-96C5-90D1-CB90C2C31C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8690BE-277B-49CD-6F28-5DD01531910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p:txBody>
      </p:sp>
      <p:sp>
        <p:nvSpPr>
          <p:cNvPr id="4" name="Slide Number Placeholder 3">
            <a:extLst>
              <a:ext uri="{FF2B5EF4-FFF2-40B4-BE49-F238E27FC236}">
                <a16:creationId xmlns:a16="http://schemas.microsoft.com/office/drawing/2014/main" id="{A0044143-9FF9-783F-E73B-34C3EDF6CAD8}"/>
              </a:ext>
            </a:extLst>
          </p:cNvPr>
          <p:cNvSpPr>
            <a:spLocks noGrp="1"/>
          </p:cNvSpPr>
          <p:nvPr>
            <p:ph type="sldNum" sz="quarter" idx="5"/>
          </p:nvPr>
        </p:nvSpPr>
        <p:spPr/>
        <p:txBody>
          <a:bodyPr/>
          <a:lstStyle/>
          <a:p>
            <a:fld id="{34BBF8B8-88D6-0746-900F-F392DD6256C7}" type="slidenum">
              <a:rPr lang="en-US" smtClean="0"/>
              <a:t>2</a:t>
            </a:fld>
            <a:endParaRPr lang="en-US"/>
          </a:p>
        </p:txBody>
      </p:sp>
    </p:spTree>
    <p:extLst>
      <p:ext uri="{BB962C8B-B14F-4D97-AF65-F5344CB8AC3E}">
        <p14:creationId xmlns:p14="http://schemas.microsoft.com/office/powerpoint/2010/main" val="31947049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646B3B-0C7F-70FE-1262-373A7CAB7B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7967E1-352F-8868-6CE3-580CBA0A09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16AEB5-F9A1-74E5-ABAB-EE1E1731042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diagram shows </a:t>
            </a:r>
            <a:r>
              <a:rPr lang="en-US" altLang="ko-KR" dirty="0"/>
              <a:t>the </a:t>
            </a:r>
            <a:r>
              <a:rPr lang="en-US" dirty="0"/>
              <a:t>graph structure for spatial accessibility. We have here n origins, m destinations, and n times m edges connecting these two components. On the right, this shows how accessibility is computed using the cumulative opportunity method. As I mentioned, my initial idea was to replace the traditional travel cost </a:t>
            </a:r>
            <a:r>
              <a:rPr lang="en-US" dirty="0" err="1"/>
              <a:t>T_ij</a:t>
            </a:r>
            <a:r>
              <a:rPr lang="en-US" dirty="0"/>
              <a:t> with the attention coefficient </a:t>
            </a:r>
            <a:r>
              <a:rPr lang="en-US" dirty="0" err="1"/>
              <a:t>alpha_ij</a:t>
            </a:r>
            <a:r>
              <a:rPr lang="en-US" dirty="0"/>
              <a:t>. However, the key issue arises from the fact that the sum of attention coefficients for a given origin equals 1 due to the </a:t>
            </a:r>
            <a:r>
              <a:rPr lang="en-US" dirty="0" err="1"/>
              <a:t>softmax</a:t>
            </a:r>
            <a:r>
              <a:rPr lang="en-US" dirty="0"/>
              <a:t> function. But, travel impedance, conceptually, is not a relative value. But when </a:t>
            </a:r>
            <a:r>
              <a:rPr lang="en-US" dirty="0" err="1"/>
              <a:t>softmax</a:t>
            </a:r>
            <a:r>
              <a:rPr lang="en-US" dirty="0"/>
              <a:t> is applied, each alpha becomes a relative quantity. Its value depends on how many destinations are connected to that origin. In other words, if the number of destinations changes, the attention values also change. For example, suppose there is one McDonald’s, and then a Five Guys opens next to it. The travel cost to reach the McDonald’s does not change simply because another restaurant opens nearby. However, under the </a:t>
            </a:r>
            <a:r>
              <a:rPr lang="en-US" dirty="0" err="1"/>
              <a:t>softmax</a:t>
            </a:r>
            <a:r>
              <a:rPr lang="en-US" dirty="0"/>
              <a:t> formulation, the attention value associated with the McDonald’s would change once the new destination is added. This creates a structural inconsistency when interpreting attention coefficient derived from GAT as travel impedance. To address this issue, I reconsidered the framework and began exploring alternative formulations.</a:t>
            </a:r>
          </a:p>
        </p:txBody>
      </p:sp>
      <p:sp>
        <p:nvSpPr>
          <p:cNvPr id="4" name="Slide Number Placeholder 3">
            <a:extLst>
              <a:ext uri="{FF2B5EF4-FFF2-40B4-BE49-F238E27FC236}">
                <a16:creationId xmlns:a16="http://schemas.microsoft.com/office/drawing/2014/main" id="{884338A8-775B-155C-493F-74FDD48DEBC6}"/>
              </a:ext>
            </a:extLst>
          </p:cNvPr>
          <p:cNvSpPr>
            <a:spLocks noGrp="1"/>
          </p:cNvSpPr>
          <p:nvPr>
            <p:ph type="sldNum" sz="quarter" idx="5"/>
          </p:nvPr>
        </p:nvSpPr>
        <p:spPr/>
        <p:txBody>
          <a:bodyPr/>
          <a:lstStyle/>
          <a:p>
            <a:fld id="{34BBF8B8-88D6-0746-900F-F392DD6256C7}" type="slidenum">
              <a:rPr lang="en-US" smtClean="0"/>
              <a:t>3</a:t>
            </a:fld>
            <a:endParaRPr lang="en-US"/>
          </a:p>
        </p:txBody>
      </p:sp>
    </p:spTree>
    <p:extLst>
      <p:ext uri="{BB962C8B-B14F-4D97-AF65-F5344CB8AC3E}">
        <p14:creationId xmlns:p14="http://schemas.microsoft.com/office/powerpoint/2010/main" val="9955303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663AB-0B7E-6FBD-9BBD-7B698ED36C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747F92-C130-2449-9760-E090D8FD6F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935BFB-E406-85DE-10B9-F8DAC51AA9F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Instead of directly using GAT architecture, I will design a model for travel impedance myself, while maintaining graph representation and attention mechanism.</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new attention coefficient </a:t>
            </a:r>
            <a:r>
              <a:rPr lang="en-US" dirty="0" err="1"/>
              <a:t>e_ij</a:t>
            </a:r>
            <a:r>
              <a:rPr lang="en-US" dirty="0"/>
              <a:t> is defined using origin features, destination features, and edge features, avoiding </a:t>
            </a:r>
            <a:r>
              <a:rPr lang="en-US" dirty="0" err="1"/>
              <a:t>softmax</a:t>
            </a:r>
            <a:r>
              <a:rPr lang="en-US" dirty="0"/>
              <a:t> function. And, for training, loss function will be designed referring to related studies.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Here is the rough training sequence that I’m looking forward to. In one training loop, for a given origin node </a:t>
            </a:r>
            <a:r>
              <a:rPr lang="en-US" dirty="0" err="1"/>
              <a:t>h_i^o</a:t>
            </a:r>
            <a:r>
              <a:rPr lang="en-US" dirty="0"/>
              <a:t>, I’ll pick both nearest and farthest destinations and compute loss by comparing attention coefficients for these two destinations selected. Finally, I move forward to backpropagate and updating parameters, and repeat these steps until loss is no longer improved.</a:t>
            </a:r>
          </a:p>
        </p:txBody>
      </p:sp>
      <p:sp>
        <p:nvSpPr>
          <p:cNvPr id="4" name="Slide Number Placeholder 3">
            <a:extLst>
              <a:ext uri="{FF2B5EF4-FFF2-40B4-BE49-F238E27FC236}">
                <a16:creationId xmlns:a16="http://schemas.microsoft.com/office/drawing/2014/main" id="{8FABA823-6091-9C8A-5960-393795770F75}"/>
              </a:ext>
            </a:extLst>
          </p:cNvPr>
          <p:cNvSpPr>
            <a:spLocks noGrp="1"/>
          </p:cNvSpPr>
          <p:nvPr>
            <p:ph type="sldNum" sz="quarter" idx="5"/>
          </p:nvPr>
        </p:nvSpPr>
        <p:spPr/>
        <p:txBody>
          <a:bodyPr/>
          <a:lstStyle/>
          <a:p>
            <a:fld id="{34BBF8B8-88D6-0746-900F-F392DD6256C7}" type="slidenum">
              <a:rPr lang="en-US" smtClean="0"/>
              <a:t>4</a:t>
            </a:fld>
            <a:endParaRPr lang="en-US"/>
          </a:p>
        </p:txBody>
      </p:sp>
    </p:spTree>
    <p:extLst>
      <p:ext uri="{BB962C8B-B14F-4D97-AF65-F5344CB8AC3E}">
        <p14:creationId xmlns:p14="http://schemas.microsoft.com/office/powerpoint/2010/main" val="395129799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547C47-9C90-0CB8-5CE6-DCCA9A9561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E807B7-BD3C-F404-8D79-E457EC2FA7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0AB74B-617C-06E1-0190-65D1D0A5A32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Station-based observations near Charlotte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Daily records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Some stations </a:t>
            </a:r>
            <a:r>
              <a:rPr lang="en-US"/>
              <a:t>have missing data</a:t>
            </a:r>
          </a:p>
        </p:txBody>
      </p:sp>
      <p:sp>
        <p:nvSpPr>
          <p:cNvPr id="4" name="Slide Number Placeholder 3">
            <a:extLst>
              <a:ext uri="{FF2B5EF4-FFF2-40B4-BE49-F238E27FC236}">
                <a16:creationId xmlns:a16="http://schemas.microsoft.com/office/drawing/2014/main" id="{1130F24A-20AE-49ED-767B-524CCE609952}"/>
              </a:ext>
            </a:extLst>
          </p:cNvPr>
          <p:cNvSpPr>
            <a:spLocks noGrp="1"/>
          </p:cNvSpPr>
          <p:nvPr>
            <p:ph type="sldNum" sz="quarter" idx="5"/>
          </p:nvPr>
        </p:nvSpPr>
        <p:spPr/>
        <p:txBody>
          <a:bodyPr/>
          <a:lstStyle/>
          <a:p>
            <a:fld id="{34BBF8B8-88D6-0746-900F-F392DD6256C7}" type="slidenum">
              <a:rPr lang="en-US" smtClean="0"/>
              <a:t>5</a:t>
            </a:fld>
            <a:endParaRPr lang="en-US"/>
          </a:p>
        </p:txBody>
      </p:sp>
    </p:spTree>
    <p:extLst>
      <p:ext uri="{BB962C8B-B14F-4D97-AF65-F5344CB8AC3E}">
        <p14:creationId xmlns:p14="http://schemas.microsoft.com/office/powerpoint/2010/main" val="8440731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763CE6-EE81-0DEA-B42B-347E83C7332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038F82B-8E75-6AC9-AAF5-3DC41229955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B17A152-1235-0A1A-16BD-CA5D25617230}"/>
              </a:ext>
            </a:extLst>
          </p:cNvPr>
          <p:cNvSpPr>
            <a:spLocks noGrp="1"/>
          </p:cNvSpPr>
          <p:nvPr>
            <p:ph type="dt" sz="half" idx="10"/>
          </p:nvPr>
        </p:nvSpPr>
        <p:spPr/>
        <p:txBody>
          <a:bodyPr/>
          <a:lstStyle/>
          <a:p>
            <a:fld id="{6861D8CC-90F4-1440-AE20-D332F6FF27CB}" type="datetime1">
              <a:rPr lang="en-US" smtClean="0"/>
              <a:t>2/23/26</a:t>
            </a:fld>
            <a:endParaRPr lang="en-US"/>
          </a:p>
        </p:txBody>
      </p:sp>
      <p:sp>
        <p:nvSpPr>
          <p:cNvPr id="5" name="Footer Placeholder 4">
            <a:extLst>
              <a:ext uri="{FF2B5EF4-FFF2-40B4-BE49-F238E27FC236}">
                <a16:creationId xmlns:a16="http://schemas.microsoft.com/office/drawing/2014/main" id="{A7575B9F-94D2-D581-4352-113C125127D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6EA7F21-B5D9-661A-5F9E-8104A2EBC865}"/>
              </a:ext>
            </a:extLst>
          </p:cNvPr>
          <p:cNvSpPr>
            <a:spLocks noGrp="1"/>
          </p:cNvSpPr>
          <p:nvPr>
            <p:ph type="sldNum" sz="quarter" idx="12"/>
          </p:nvPr>
        </p:nvSpPr>
        <p:spPr/>
        <p:txBody>
          <a:bodyPr/>
          <a:lstStyle/>
          <a:p>
            <a:fld id="{34669F9B-C74E-1E47-8F30-C84D54984EEE}" type="slidenum">
              <a:rPr lang="en-US" smtClean="0"/>
              <a:t>‹#›</a:t>
            </a:fld>
            <a:endParaRPr lang="en-US"/>
          </a:p>
        </p:txBody>
      </p:sp>
    </p:spTree>
    <p:extLst>
      <p:ext uri="{BB962C8B-B14F-4D97-AF65-F5344CB8AC3E}">
        <p14:creationId xmlns:p14="http://schemas.microsoft.com/office/powerpoint/2010/main" val="310543251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D20E2C-6B28-31F8-77B1-79F44C0BFA4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02F91E2-7713-32B4-D53C-0D15C659206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EB1A285-9724-D8FA-CE7F-717C51296987}"/>
              </a:ext>
            </a:extLst>
          </p:cNvPr>
          <p:cNvSpPr>
            <a:spLocks noGrp="1"/>
          </p:cNvSpPr>
          <p:nvPr>
            <p:ph type="dt" sz="half" idx="10"/>
          </p:nvPr>
        </p:nvSpPr>
        <p:spPr/>
        <p:txBody>
          <a:bodyPr/>
          <a:lstStyle/>
          <a:p>
            <a:fld id="{A59F0B63-0266-F847-A6D6-9C1D370C2647}" type="datetime1">
              <a:rPr lang="en-US" smtClean="0"/>
              <a:t>2/23/26</a:t>
            </a:fld>
            <a:endParaRPr lang="en-US"/>
          </a:p>
        </p:txBody>
      </p:sp>
      <p:sp>
        <p:nvSpPr>
          <p:cNvPr id="5" name="Footer Placeholder 4">
            <a:extLst>
              <a:ext uri="{FF2B5EF4-FFF2-40B4-BE49-F238E27FC236}">
                <a16:creationId xmlns:a16="http://schemas.microsoft.com/office/drawing/2014/main" id="{9B1D9587-227A-E806-98C9-BCB815789A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DFB3F19-CFC6-A89E-07DB-855898B26621}"/>
              </a:ext>
            </a:extLst>
          </p:cNvPr>
          <p:cNvSpPr>
            <a:spLocks noGrp="1"/>
          </p:cNvSpPr>
          <p:nvPr>
            <p:ph type="sldNum" sz="quarter" idx="12"/>
          </p:nvPr>
        </p:nvSpPr>
        <p:spPr/>
        <p:txBody>
          <a:bodyPr/>
          <a:lstStyle/>
          <a:p>
            <a:fld id="{34669F9B-C74E-1E47-8F30-C84D54984EEE}" type="slidenum">
              <a:rPr lang="en-US" smtClean="0"/>
              <a:t>‹#›</a:t>
            </a:fld>
            <a:endParaRPr lang="en-US"/>
          </a:p>
        </p:txBody>
      </p:sp>
    </p:spTree>
    <p:extLst>
      <p:ext uri="{BB962C8B-B14F-4D97-AF65-F5344CB8AC3E}">
        <p14:creationId xmlns:p14="http://schemas.microsoft.com/office/powerpoint/2010/main" val="77473093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DF593-D62E-F6FC-8549-3D1EF58A835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54833D5-1625-4EDB-FCB4-FB259DAAF40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82BBDE-464A-F073-BD98-AF0FD2BE0ADC}"/>
              </a:ext>
            </a:extLst>
          </p:cNvPr>
          <p:cNvSpPr>
            <a:spLocks noGrp="1"/>
          </p:cNvSpPr>
          <p:nvPr>
            <p:ph type="dt" sz="half" idx="10"/>
          </p:nvPr>
        </p:nvSpPr>
        <p:spPr/>
        <p:txBody>
          <a:bodyPr/>
          <a:lstStyle/>
          <a:p>
            <a:fld id="{F3FA94E8-2C13-8945-86D4-9C713166E88D}" type="datetime1">
              <a:rPr lang="en-US" smtClean="0"/>
              <a:t>2/23/26</a:t>
            </a:fld>
            <a:endParaRPr lang="en-US"/>
          </a:p>
        </p:txBody>
      </p:sp>
      <p:sp>
        <p:nvSpPr>
          <p:cNvPr id="5" name="Footer Placeholder 4">
            <a:extLst>
              <a:ext uri="{FF2B5EF4-FFF2-40B4-BE49-F238E27FC236}">
                <a16:creationId xmlns:a16="http://schemas.microsoft.com/office/drawing/2014/main" id="{AA192E1B-63EF-1EE0-957B-44B3C04DDC7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16DF0FD-6D68-91A9-5AAC-ADA98EE12AED}"/>
              </a:ext>
            </a:extLst>
          </p:cNvPr>
          <p:cNvSpPr>
            <a:spLocks noGrp="1"/>
          </p:cNvSpPr>
          <p:nvPr>
            <p:ph type="sldNum" sz="quarter" idx="12"/>
          </p:nvPr>
        </p:nvSpPr>
        <p:spPr/>
        <p:txBody>
          <a:bodyPr/>
          <a:lstStyle/>
          <a:p>
            <a:fld id="{34669F9B-C74E-1E47-8F30-C84D54984EEE}" type="slidenum">
              <a:rPr lang="en-US" smtClean="0"/>
              <a:t>‹#›</a:t>
            </a:fld>
            <a:endParaRPr lang="en-US"/>
          </a:p>
        </p:txBody>
      </p:sp>
    </p:spTree>
    <p:extLst>
      <p:ext uri="{BB962C8B-B14F-4D97-AF65-F5344CB8AC3E}">
        <p14:creationId xmlns:p14="http://schemas.microsoft.com/office/powerpoint/2010/main" val="42025972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7B05DC-613F-6094-C601-8EABABFDF6B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518B4B2-FD08-84ED-DF27-1B9C9B14969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44A9D86-4AE4-D30F-BE63-A6039869011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0E8DE69-64FA-955C-76FA-2854EF50D1B8}"/>
              </a:ext>
            </a:extLst>
          </p:cNvPr>
          <p:cNvSpPr>
            <a:spLocks noGrp="1"/>
          </p:cNvSpPr>
          <p:nvPr>
            <p:ph type="dt" sz="half" idx="10"/>
          </p:nvPr>
        </p:nvSpPr>
        <p:spPr/>
        <p:txBody>
          <a:bodyPr/>
          <a:lstStyle/>
          <a:p>
            <a:fld id="{46E29CB5-1414-CF43-B323-366635A41E19}" type="datetime1">
              <a:rPr lang="en-US" smtClean="0"/>
              <a:t>2/23/26</a:t>
            </a:fld>
            <a:endParaRPr lang="en-US"/>
          </a:p>
        </p:txBody>
      </p:sp>
      <p:sp>
        <p:nvSpPr>
          <p:cNvPr id="6" name="Footer Placeholder 5">
            <a:extLst>
              <a:ext uri="{FF2B5EF4-FFF2-40B4-BE49-F238E27FC236}">
                <a16:creationId xmlns:a16="http://schemas.microsoft.com/office/drawing/2014/main" id="{DFE02CF6-EAC4-9934-3B17-1A71FFA69C6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8B9FD62-E457-7C85-3268-0645D290E6E1}"/>
              </a:ext>
            </a:extLst>
          </p:cNvPr>
          <p:cNvSpPr>
            <a:spLocks noGrp="1"/>
          </p:cNvSpPr>
          <p:nvPr>
            <p:ph type="sldNum" sz="quarter" idx="12"/>
          </p:nvPr>
        </p:nvSpPr>
        <p:spPr/>
        <p:txBody>
          <a:bodyPr/>
          <a:lstStyle/>
          <a:p>
            <a:fld id="{34669F9B-C74E-1E47-8F30-C84D54984EEE}" type="slidenum">
              <a:rPr lang="en-US" smtClean="0"/>
              <a:t>‹#›</a:t>
            </a:fld>
            <a:endParaRPr lang="en-US"/>
          </a:p>
        </p:txBody>
      </p:sp>
    </p:spTree>
    <p:extLst>
      <p:ext uri="{BB962C8B-B14F-4D97-AF65-F5344CB8AC3E}">
        <p14:creationId xmlns:p14="http://schemas.microsoft.com/office/powerpoint/2010/main" val="25340797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B63EA7-C4C5-2C74-6309-E179BDCF73B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A7DE767-3B93-783F-06BC-43722846363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B7A411B-696C-C048-77B3-A093E655A24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38D2BD5-58FB-C903-CF2E-14986A112B8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E6C4B-F9B8-DCEB-CAF8-22FF4B19596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245CF64-B19B-EE4C-CA5D-8A52E9295E67}"/>
              </a:ext>
            </a:extLst>
          </p:cNvPr>
          <p:cNvSpPr>
            <a:spLocks noGrp="1"/>
          </p:cNvSpPr>
          <p:nvPr>
            <p:ph type="dt" sz="half" idx="10"/>
          </p:nvPr>
        </p:nvSpPr>
        <p:spPr/>
        <p:txBody>
          <a:bodyPr/>
          <a:lstStyle/>
          <a:p>
            <a:fld id="{C0612763-5D31-654F-B314-C4B9CDA4DEBA}" type="datetime1">
              <a:rPr lang="en-US" smtClean="0"/>
              <a:t>2/23/26</a:t>
            </a:fld>
            <a:endParaRPr lang="en-US"/>
          </a:p>
        </p:txBody>
      </p:sp>
      <p:sp>
        <p:nvSpPr>
          <p:cNvPr id="8" name="Footer Placeholder 7">
            <a:extLst>
              <a:ext uri="{FF2B5EF4-FFF2-40B4-BE49-F238E27FC236}">
                <a16:creationId xmlns:a16="http://schemas.microsoft.com/office/drawing/2014/main" id="{F7E6E3B1-0834-F77C-61A5-E060C22D609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6E5AD9B-C192-70CA-0C1B-24ABE5F93CC0}"/>
              </a:ext>
            </a:extLst>
          </p:cNvPr>
          <p:cNvSpPr>
            <a:spLocks noGrp="1"/>
          </p:cNvSpPr>
          <p:nvPr>
            <p:ph type="sldNum" sz="quarter" idx="12"/>
          </p:nvPr>
        </p:nvSpPr>
        <p:spPr/>
        <p:txBody>
          <a:bodyPr/>
          <a:lstStyle/>
          <a:p>
            <a:fld id="{34669F9B-C74E-1E47-8F30-C84D54984EEE}" type="slidenum">
              <a:rPr lang="en-US" smtClean="0"/>
              <a:t>‹#›</a:t>
            </a:fld>
            <a:endParaRPr lang="en-US"/>
          </a:p>
        </p:txBody>
      </p:sp>
    </p:spTree>
    <p:extLst>
      <p:ext uri="{BB962C8B-B14F-4D97-AF65-F5344CB8AC3E}">
        <p14:creationId xmlns:p14="http://schemas.microsoft.com/office/powerpoint/2010/main" val="11747039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3EB7DB-9FF1-954A-0F47-C0C40A92C6B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A8A1EAB-4090-C9CA-C917-8EA6535CEF8A}"/>
              </a:ext>
            </a:extLst>
          </p:cNvPr>
          <p:cNvSpPr>
            <a:spLocks noGrp="1"/>
          </p:cNvSpPr>
          <p:nvPr>
            <p:ph type="dt" sz="half" idx="10"/>
          </p:nvPr>
        </p:nvSpPr>
        <p:spPr/>
        <p:txBody>
          <a:bodyPr/>
          <a:lstStyle/>
          <a:p>
            <a:fld id="{A510912D-3FF2-AC41-9393-E6CD34076F01}" type="datetime1">
              <a:rPr lang="en-US" smtClean="0"/>
              <a:t>2/23/26</a:t>
            </a:fld>
            <a:endParaRPr lang="en-US"/>
          </a:p>
        </p:txBody>
      </p:sp>
      <p:sp>
        <p:nvSpPr>
          <p:cNvPr id="4" name="Footer Placeholder 3">
            <a:extLst>
              <a:ext uri="{FF2B5EF4-FFF2-40B4-BE49-F238E27FC236}">
                <a16:creationId xmlns:a16="http://schemas.microsoft.com/office/drawing/2014/main" id="{2D3A3A80-C7E1-3171-1E1B-661FBABE283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86B0FB0-AD77-353A-4A4C-E3429FE8E435}"/>
              </a:ext>
            </a:extLst>
          </p:cNvPr>
          <p:cNvSpPr>
            <a:spLocks noGrp="1"/>
          </p:cNvSpPr>
          <p:nvPr>
            <p:ph type="sldNum" sz="quarter" idx="12"/>
          </p:nvPr>
        </p:nvSpPr>
        <p:spPr/>
        <p:txBody>
          <a:bodyPr/>
          <a:lstStyle/>
          <a:p>
            <a:fld id="{34669F9B-C74E-1E47-8F30-C84D54984EEE}" type="slidenum">
              <a:rPr lang="en-US" smtClean="0"/>
              <a:t>‹#›</a:t>
            </a:fld>
            <a:endParaRPr lang="en-US"/>
          </a:p>
        </p:txBody>
      </p:sp>
    </p:spTree>
    <p:extLst>
      <p:ext uri="{BB962C8B-B14F-4D97-AF65-F5344CB8AC3E}">
        <p14:creationId xmlns:p14="http://schemas.microsoft.com/office/powerpoint/2010/main" val="44012301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96AFA74-EEB8-FB79-B5B5-2C148946F8D8}"/>
              </a:ext>
            </a:extLst>
          </p:cNvPr>
          <p:cNvSpPr>
            <a:spLocks noGrp="1"/>
          </p:cNvSpPr>
          <p:nvPr>
            <p:ph type="dt" sz="half" idx="10"/>
          </p:nvPr>
        </p:nvSpPr>
        <p:spPr/>
        <p:txBody>
          <a:bodyPr/>
          <a:lstStyle/>
          <a:p>
            <a:fld id="{1D5517D4-CD11-F249-97AD-EA980721C395}" type="datetime1">
              <a:rPr lang="en-US" smtClean="0"/>
              <a:t>2/23/26</a:t>
            </a:fld>
            <a:endParaRPr lang="en-US"/>
          </a:p>
        </p:txBody>
      </p:sp>
      <p:sp>
        <p:nvSpPr>
          <p:cNvPr id="3" name="Footer Placeholder 2">
            <a:extLst>
              <a:ext uri="{FF2B5EF4-FFF2-40B4-BE49-F238E27FC236}">
                <a16:creationId xmlns:a16="http://schemas.microsoft.com/office/drawing/2014/main" id="{9854441A-2CC8-1348-F053-FCBB8493167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50270A5-84AF-1DFA-3792-08F71E0E9448}"/>
              </a:ext>
            </a:extLst>
          </p:cNvPr>
          <p:cNvSpPr>
            <a:spLocks noGrp="1"/>
          </p:cNvSpPr>
          <p:nvPr>
            <p:ph type="sldNum" sz="quarter" idx="12"/>
          </p:nvPr>
        </p:nvSpPr>
        <p:spPr/>
        <p:txBody>
          <a:bodyPr/>
          <a:lstStyle/>
          <a:p>
            <a:fld id="{34669F9B-C74E-1E47-8F30-C84D54984EEE}" type="slidenum">
              <a:rPr lang="en-US" smtClean="0"/>
              <a:t>‹#›</a:t>
            </a:fld>
            <a:endParaRPr lang="en-US"/>
          </a:p>
        </p:txBody>
      </p:sp>
    </p:spTree>
    <p:extLst>
      <p:ext uri="{BB962C8B-B14F-4D97-AF65-F5344CB8AC3E}">
        <p14:creationId xmlns:p14="http://schemas.microsoft.com/office/powerpoint/2010/main" val="30846853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2E5F8F-2AEC-CD76-01A3-25F0B93A6D3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F835348-2F27-7DEA-0C9A-C79C29AB9DE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A1258F6-D159-5475-A72A-5AADE204DAE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0D1B4A6-2BD8-9392-81A7-A54A06FE25CD}"/>
              </a:ext>
            </a:extLst>
          </p:cNvPr>
          <p:cNvSpPr>
            <a:spLocks noGrp="1"/>
          </p:cNvSpPr>
          <p:nvPr>
            <p:ph type="dt" sz="half" idx="10"/>
          </p:nvPr>
        </p:nvSpPr>
        <p:spPr/>
        <p:txBody>
          <a:bodyPr/>
          <a:lstStyle/>
          <a:p>
            <a:fld id="{9A9BFDFA-20CF-D44F-AD56-E77C25AA845D}" type="datetime1">
              <a:rPr lang="en-US" smtClean="0"/>
              <a:t>2/23/26</a:t>
            </a:fld>
            <a:endParaRPr lang="en-US"/>
          </a:p>
        </p:txBody>
      </p:sp>
      <p:sp>
        <p:nvSpPr>
          <p:cNvPr id="6" name="Footer Placeholder 5">
            <a:extLst>
              <a:ext uri="{FF2B5EF4-FFF2-40B4-BE49-F238E27FC236}">
                <a16:creationId xmlns:a16="http://schemas.microsoft.com/office/drawing/2014/main" id="{934E6EFF-922F-91ED-E89E-ABAAB8A98E0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0052461-CB09-C661-C86F-2800FBF675B1}"/>
              </a:ext>
            </a:extLst>
          </p:cNvPr>
          <p:cNvSpPr>
            <a:spLocks noGrp="1"/>
          </p:cNvSpPr>
          <p:nvPr>
            <p:ph type="sldNum" sz="quarter" idx="12"/>
          </p:nvPr>
        </p:nvSpPr>
        <p:spPr/>
        <p:txBody>
          <a:bodyPr/>
          <a:lstStyle/>
          <a:p>
            <a:fld id="{34669F9B-C74E-1E47-8F30-C84D54984EEE}" type="slidenum">
              <a:rPr lang="en-US" smtClean="0"/>
              <a:t>‹#›</a:t>
            </a:fld>
            <a:endParaRPr lang="en-US"/>
          </a:p>
        </p:txBody>
      </p:sp>
    </p:spTree>
    <p:extLst>
      <p:ext uri="{BB962C8B-B14F-4D97-AF65-F5344CB8AC3E}">
        <p14:creationId xmlns:p14="http://schemas.microsoft.com/office/powerpoint/2010/main" val="42754058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FA59F5-05EC-2162-BD7E-9F671221DA1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B4C375B-5359-EEFB-2172-A6907B4FB48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A9A0A12-F81F-91F5-D52E-D9A07614832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4449350-3662-2E32-9C09-777AAD52D2BA}"/>
              </a:ext>
            </a:extLst>
          </p:cNvPr>
          <p:cNvSpPr>
            <a:spLocks noGrp="1"/>
          </p:cNvSpPr>
          <p:nvPr>
            <p:ph type="dt" sz="half" idx="10"/>
          </p:nvPr>
        </p:nvSpPr>
        <p:spPr/>
        <p:txBody>
          <a:bodyPr/>
          <a:lstStyle/>
          <a:p>
            <a:fld id="{8FE37639-DF0B-A643-A732-937B71E77B55}" type="datetime1">
              <a:rPr lang="en-US" smtClean="0"/>
              <a:t>2/23/26</a:t>
            </a:fld>
            <a:endParaRPr lang="en-US"/>
          </a:p>
        </p:txBody>
      </p:sp>
      <p:sp>
        <p:nvSpPr>
          <p:cNvPr id="6" name="Footer Placeholder 5">
            <a:extLst>
              <a:ext uri="{FF2B5EF4-FFF2-40B4-BE49-F238E27FC236}">
                <a16:creationId xmlns:a16="http://schemas.microsoft.com/office/drawing/2014/main" id="{957E0421-7BA6-131B-F842-CF4554373D0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4F2D4A8-6ABB-F9EC-F776-370CE5A9520B}"/>
              </a:ext>
            </a:extLst>
          </p:cNvPr>
          <p:cNvSpPr>
            <a:spLocks noGrp="1"/>
          </p:cNvSpPr>
          <p:nvPr>
            <p:ph type="sldNum" sz="quarter" idx="12"/>
          </p:nvPr>
        </p:nvSpPr>
        <p:spPr/>
        <p:txBody>
          <a:bodyPr/>
          <a:lstStyle/>
          <a:p>
            <a:fld id="{34669F9B-C74E-1E47-8F30-C84D54984EEE}" type="slidenum">
              <a:rPr lang="en-US" smtClean="0"/>
              <a:t>‹#›</a:t>
            </a:fld>
            <a:endParaRPr lang="en-US"/>
          </a:p>
        </p:txBody>
      </p:sp>
    </p:spTree>
    <p:extLst>
      <p:ext uri="{BB962C8B-B14F-4D97-AF65-F5344CB8AC3E}">
        <p14:creationId xmlns:p14="http://schemas.microsoft.com/office/powerpoint/2010/main" val="26229580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3A8229-7EA2-195B-A9A2-DFC1A5110E6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8F79061-5625-6F17-E7FC-B23A0FF4004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8615479-BB67-14AA-9A64-72C3FFCD53BB}"/>
              </a:ext>
            </a:extLst>
          </p:cNvPr>
          <p:cNvSpPr>
            <a:spLocks noGrp="1"/>
          </p:cNvSpPr>
          <p:nvPr>
            <p:ph type="dt" sz="half" idx="10"/>
          </p:nvPr>
        </p:nvSpPr>
        <p:spPr/>
        <p:txBody>
          <a:bodyPr/>
          <a:lstStyle/>
          <a:p>
            <a:fld id="{3CA63972-0E42-CE47-A3D8-AB24A71DC815}" type="datetime1">
              <a:rPr lang="en-US" smtClean="0"/>
              <a:t>2/23/26</a:t>
            </a:fld>
            <a:endParaRPr lang="en-US"/>
          </a:p>
        </p:txBody>
      </p:sp>
      <p:sp>
        <p:nvSpPr>
          <p:cNvPr id="5" name="Footer Placeholder 4">
            <a:extLst>
              <a:ext uri="{FF2B5EF4-FFF2-40B4-BE49-F238E27FC236}">
                <a16:creationId xmlns:a16="http://schemas.microsoft.com/office/drawing/2014/main" id="{BF20C3AA-E4BC-FDF5-8DFC-2311E530655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87323A2-3F60-C997-8FF9-AFF275E1CB5D}"/>
              </a:ext>
            </a:extLst>
          </p:cNvPr>
          <p:cNvSpPr>
            <a:spLocks noGrp="1"/>
          </p:cNvSpPr>
          <p:nvPr>
            <p:ph type="sldNum" sz="quarter" idx="12"/>
          </p:nvPr>
        </p:nvSpPr>
        <p:spPr/>
        <p:txBody>
          <a:bodyPr/>
          <a:lstStyle/>
          <a:p>
            <a:fld id="{34669F9B-C74E-1E47-8F30-C84D54984EEE}" type="slidenum">
              <a:rPr lang="en-US" smtClean="0"/>
              <a:t>‹#›</a:t>
            </a:fld>
            <a:endParaRPr lang="en-US"/>
          </a:p>
        </p:txBody>
      </p:sp>
    </p:spTree>
    <p:extLst>
      <p:ext uri="{BB962C8B-B14F-4D97-AF65-F5344CB8AC3E}">
        <p14:creationId xmlns:p14="http://schemas.microsoft.com/office/powerpoint/2010/main" val="36779465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080EF00-FB5D-4F79-C021-19CB79E341C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4972617-5F38-1EA9-2918-5A923B5257D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82A2E4C-FBA8-34B4-0816-C0B147AA59CA}"/>
              </a:ext>
            </a:extLst>
          </p:cNvPr>
          <p:cNvSpPr>
            <a:spLocks noGrp="1"/>
          </p:cNvSpPr>
          <p:nvPr>
            <p:ph type="dt" sz="half" idx="10"/>
          </p:nvPr>
        </p:nvSpPr>
        <p:spPr/>
        <p:txBody>
          <a:bodyPr/>
          <a:lstStyle/>
          <a:p>
            <a:fld id="{82011B4A-FEAB-F748-9826-02F7BB8B107D}" type="datetime1">
              <a:rPr lang="en-US" smtClean="0"/>
              <a:t>2/23/26</a:t>
            </a:fld>
            <a:endParaRPr lang="en-US"/>
          </a:p>
        </p:txBody>
      </p:sp>
      <p:sp>
        <p:nvSpPr>
          <p:cNvPr id="5" name="Footer Placeholder 4">
            <a:extLst>
              <a:ext uri="{FF2B5EF4-FFF2-40B4-BE49-F238E27FC236}">
                <a16:creationId xmlns:a16="http://schemas.microsoft.com/office/drawing/2014/main" id="{78A16696-2BCE-980D-5B20-8A84C160260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C6306A4-1548-1897-8FF1-7E126F360C04}"/>
              </a:ext>
            </a:extLst>
          </p:cNvPr>
          <p:cNvSpPr>
            <a:spLocks noGrp="1"/>
          </p:cNvSpPr>
          <p:nvPr>
            <p:ph type="sldNum" sz="quarter" idx="12"/>
          </p:nvPr>
        </p:nvSpPr>
        <p:spPr/>
        <p:txBody>
          <a:bodyPr/>
          <a:lstStyle/>
          <a:p>
            <a:fld id="{34669F9B-C74E-1E47-8F30-C84D54984EEE}" type="slidenum">
              <a:rPr lang="en-US" smtClean="0"/>
              <a:t>‹#›</a:t>
            </a:fld>
            <a:endParaRPr lang="en-US"/>
          </a:p>
        </p:txBody>
      </p:sp>
    </p:spTree>
    <p:extLst>
      <p:ext uri="{BB962C8B-B14F-4D97-AF65-F5344CB8AC3E}">
        <p14:creationId xmlns:p14="http://schemas.microsoft.com/office/powerpoint/2010/main" val="38877841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F9FE70F-4B1E-3141-8E9E-65A66DAE668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973E7DE-2A9F-C23A-7B09-0C54338B2B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A84A2F3-D6BF-AB21-206E-F239BB0A959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768519-E579-0348-B29D-E0438E4474B4}" type="datetime1">
              <a:rPr lang="en-US" smtClean="0"/>
              <a:t>2/23/26</a:t>
            </a:fld>
            <a:endParaRPr lang="en-US"/>
          </a:p>
        </p:txBody>
      </p:sp>
      <p:sp>
        <p:nvSpPr>
          <p:cNvPr id="5" name="Footer Placeholder 4">
            <a:extLst>
              <a:ext uri="{FF2B5EF4-FFF2-40B4-BE49-F238E27FC236}">
                <a16:creationId xmlns:a16="http://schemas.microsoft.com/office/drawing/2014/main" id="{E8F6BDD2-569D-53A1-91D6-6E39C26CB9D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FE91C29C-1063-8260-1213-23B3E229F6E0}"/>
              </a:ext>
            </a:extLst>
          </p:cNvPr>
          <p:cNvSpPr>
            <a:spLocks noGrp="1"/>
          </p:cNvSpPr>
          <p:nvPr>
            <p:ph type="sldNum" sz="quarter" idx="4"/>
          </p:nvPr>
        </p:nvSpPr>
        <p:spPr>
          <a:xfrm>
            <a:off x="9448800" y="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4669F9B-C74E-1E47-8F30-C84D54984EEE}" type="slidenum">
              <a:rPr lang="en-US" smtClean="0"/>
              <a:t>‹#›</a:t>
            </a:fld>
            <a:endParaRPr lang="en-US"/>
          </a:p>
        </p:txBody>
      </p:sp>
    </p:spTree>
    <p:extLst>
      <p:ext uri="{BB962C8B-B14F-4D97-AF65-F5344CB8AC3E}">
        <p14:creationId xmlns:p14="http://schemas.microsoft.com/office/powerpoint/2010/main" val="186522083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image" Target="../media/image25.png"/><Relationship Id="rId18" Type="http://schemas.openxmlformats.org/officeDocument/2006/relationships/image" Target="../media/image30.png"/><Relationship Id="rId3" Type="http://schemas.openxmlformats.org/officeDocument/2006/relationships/image" Target="../media/image2.png"/><Relationship Id="rId7" Type="http://schemas.openxmlformats.org/officeDocument/2006/relationships/image" Target="../media/image19.png"/><Relationship Id="rId12" Type="http://schemas.openxmlformats.org/officeDocument/2006/relationships/image" Target="../media/image24.png"/><Relationship Id="rId17" Type="http://schemas.openxmlformats.org/officeDocument/2006/relationships/image" Target="../media/image29.png"/><Relationship Id="rId2" Type="http://schemas.openxmlformats.org/officeDocument/2006/relationships/notesSlide" Target="../notesSlides/notesSlide4.xml"/><Relationship Id="rId16" Type="http://schemas.openxmlformats.org/officeDocument/2006/relationships/image" Target="../media/image28.png"/><Relationship Id="rId1" Type="http://schemas.openxmlformats.org/officeDocument/2006/relationships/slideLayout" Target="../slideLayouts/slideLayout1.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5" Type="http://schemas.openxmlformats.org/officeDocument/2006/relationships/image" Target="../media/image2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 Id="rId14" Type="http://schemas.openxmlformats.org/officeDocument/2006/relationships/image" Target="../media/image26.png"/></Relationships>
</file>

<file path=ppt/slides/_rels/slide5.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33.png"/><Relationship Id="rId3" Type="http://schemas.openxmlformats.org/officeDocument/2006/relationships/image" Target="../media/image2.png"/><Relationship Id="rId7" Type="http://schemas.openxmlformats.org/officeDocument/2006/relationships/image" Target="../media/image20.png"/><Relationship Id="rId12" Type="http://schemas.openxmlformats.org/officeDocument/2006/relationships/image" Target="../media/image32.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9.png"/><Relationship Id="rId11" Type="http://schemas.openxmlformats.org/officeDocument/2006/relationships/image" Target="../media/image31.png"/><Relationship Id="rId5" Type="http://schemas.openxmlformats.org/officeDocument/2006/relationships/image" Target="../media/image18.png"/><Relationship Id="rId10" Type="http://schemas.openxmlformats.org/officeDocument/2006/relationships/image" Target="../media/image23.png"/><Relationship Id="rId4" Type="http://schemas.openxmlformats.org/officeDocument/2006/relationships/image" Target="../media/image17.png"/><Relationship Id="rId9" Type="http://schemas.openxmlformats.org/officeDocument/2006/relationships/image" Target="../media/image22.png"/><Relationship Id="rId14" Type="http://schemas.openxmlformats.org/officeDocument/2006/relationships/image" Target="../media/image34.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hyperlink" Target="https://www.ncei.noaa.gov/cdo-web/datasets/GHCND/locations/CITY:US370005/detail"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974C6B1F-9A93-15A8-E584-5C87C6558B1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ED3C8FB6-11CC-1C60-08DD-8B9108C6051C}"/>
              </a:ext>
            </a:extLst>
          </p:cNvPr>
          <p:cNvSpPr txBox="1"/>
          <p:nvPr/>
        </p:nvSpPr>
        <p:spPr>
          <a:xfrm>
            <a:off x="5227821" y="3429000"/>
            <a:ext cx="1736373" cy="773994"/>
          </a:xfrm>
          <a:prstGeom prst="rect">
            <a:avLst/>
          </a:prstGeom>
          <a:noFill/>
        </p:spPr>
        <p:txBody>
          <a:bodyPr wrap="none" rtlCol="0">
            <a:spAutoFit/>
          </a:bodyPr>
          <a:lstStyle/>
          <a:p>
            <a:pPr algn="ctr">
              <a:lnSpc>
                <a:spcPct val="130000"/>
              </a:lnSpc>
            </a:pPr>
            <a:r>
              <a:rPr lang="en-US" dirty="0">
                <a:latin typeface="Arial Narrow" panose="020B0604020202020204" pitchFamily="34" charset="0"/>
                <a:cs typeface="Arial Narrow" panose="020B0604020202020204" pitchFamily="34" charset="0"/>
              </a:rPr>
              <a:t>February </a:t>
            </a:r>
            <a:r>
              <a:rPr lang="en-US" altLang="ko-KR" dirty="0">
                <a:latin typeface="Arial Narrow" panose="020B0604020202020204" pitchFamily="34" charset="0"/>
                <a:cs typeface="Arial Narrow" panose="020B0604020202020204" pitchFamily="34" charset="0"/>
              </a:rPr>
              <a:t>22</a:t>
            </a:r>
            <a:r>
              <a:rPr lang="en-US" dirty="0">
                <a:latin typeface="Arial Narrow" panose="020B0604020202020204" pitchFamily="34" charset="0"/>
                <a:cs typeface="Arial Narrow" panose="020B0604020202020204" pitchFamily="34" charset="0"/>
              </a:rPr>
              <a:t>, 2026</a:t>
            </a:r>
          </a:p>
          <a:p>
            <a:pPr algn="ctr">
              <a:lnSpc>
                <a:spcPct val="130000"/>
              </a:lnSpc>
            </a:pPr>
            <a:r>
              <a:rPr lang="en-US" dirty="0">
                <a:latin typeface="Arial Narrow" panose="020B0604020202020204" pitchFamily="34" charset="0"/>
                <a:cs typeface="Arial Narrow" panose="020B0604020202020204" pitchFamily="34" charset="0"/>
              </a:rPr>
              <a:t>Yunsik Kim</a:t>
            </a:r>
          </a:p>
        </p:txBody>
      </p:sp>
      <p:sp>
        <p:nvSpPr>
          <p:cNvPr id="2" name="TextBox 3">
            <a:extLst>
              <a:ext uri="{FF2B5EF4-FFF2-40B4-BE49-F238E27FC236}">
                <a16:creationId xmlns:a16="http://schemas.microsoft.com/office/drawing/2014/main" id="{4AD78750-F979-D5E7-E4C8-61DC040E81E8}"/>
              </a:ext>
            </a:extLst>
          </p:cNvPr>
          <p:cNvSpPr txBox="1"/>
          <p:nvPr/>
        </p:nvSpPr>
        <p:spPr>
          <a:xfrm>
            <a:off x="3494723" y="1719244"/>
            <a:ext cx="5202578" cy="1234249"/>
          </a:xfrm>
          <a:prstGeom prst="rect">
            <a:avLst/>
          </a:prstGeom>
          <a:noFill/>
        </p:spPr>
        <p:txBody>
          <a:bodyPr wrap="non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lnSpc>
                <a:spcPct val="130000"/>
              </a:lnSpc>
            </a:pPr>
            <a:r>
              <a:rPr lang="en-US" sz="3200" b="1" dirty="0">
                <a:latin typeface="Cambria" panose="02040503050406030204" pitchFamily="18" charset="0"/>
              </a:rPr>
              <a:t>Weekly Research Progress</a:t>
            </a:r>
          </a:p>
          <a:p>
            <a:pPr algn="ctr">
              <a:lnSpc>
                <a:spcPct val="130000"/>
              </a:lnSpc>
            </a:pPr>
            <a:r>
              <a:rPr lang="en-US" sz="2800" dirty="0">
                <a:latin typeface="Cambria" panose="02040503050406030204" pitchFamily="18" charset="0"/>
              </a:rPr>
              <a:t>(Dissertation &amp; Micromobility)</a:t>
            </a:r>
          </a:p>
        </p:txBody>
      </p:sp>
    </p:spTree>
    <p:extLst>
      <p:ext uri="{BB962C8B-B14F-4D97-AF65-F5344CB8AC3E}">
        <p14:creationId xmlns:p14="http://schemas.microsoft.com/office/powerpoint/2010/main" val="75800030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004AFF2F-4F44-9F8C-D307-CE361E0028C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22F62DB-A40A-F1C9-A0D5-FA626B392DB0}"/>
              </a:ext>
            </a:extLst>
          </p:cNvPr>
          <p:cNvSpPr txBox="1"/>
          <p:nvPr/>
        </p:nvSpPr>
        <p:spPr>
          <a:xfrm>
            <a:off x="54000" y="54000"/>
            <a:ext cx="4627870" cy="461665"/>
          </a:xfrm>
          <a:prstGeom prst="rect">
            <a:avLst/>
          </a:prstGeom>
          <a:noFill/>
        </p:spPr>
        <p:txBody>
          <a:bodyPr wrap="none" rtlCol="0">
            <a:spAutoFit/>
          </a:bodyPr>
          <a:lstStyle/>
          <a:p>
            <a:r>
              <a:rPr lang="en-US" sz="2400" b="1" dirty="0">
                <a:latin typeface="Cambria" panose="02040503050406030204" pitchFamily="18" charset="0"/>
              </a:rPr>
              <a:t>Graph Attention Network (GAT)</a:t>
            </a:r>
          </a:p>
        </p:txBody>
      </p:sp>
      <p:sp>
        <p:nvSpPr>
          <p:cNvPr id="3" name="Slide Number Placeholder 2">
            <a:extLst>
              <a:ext uri="{FF2B5EF4-FFF2-40B4-BE49-F238E27FC236}">
                <a16:creationId xmlns:a16="http://schemas.microsoft.com/office/drawing/2014/main" id="{FED7A576-6434-8B0A-BA13-F6CBC8F97DB8}"/>
              </a:ext>
            </a:extLst>
          </p:cNvPr>
          <p:cNvSpPr>
            <a:spLocks noGrp="1"/>
          </p:cNvSpPr>
          <p:nvPr>
            <p:ph type="sldNum" sz="quarter" idx="12"/>
          </p:nvPr>
        </p:nvSpPr>
        <p:spPr/>
        <p:txBody>
          <a:bodyPr/>
          <a:lstStyle/>
          <a:p>
            <a:fld id="{34669F9B-C74E-1E47-8F30-C84D54984EEE}" type="slidenum">
              <a:rPr lang="en-US" smtClean="0"/>
              <a:t>1</a:t>
            </a:fld>
            <a:endParaRPr lang="en-US"/>
          </a:p>
        </p:txBody>
      </p:sp>
      <p:pic>
        <p:nvPicPr>
          <p:cNvPr id="12" name="Picture 11">
            <a:extLst>
              <a:ext uri="{FF2B5EF4-FFF2-40B4-BE49-F238E27FC236}">
                <a16:creationId xmlns:a16="http://schemas.microsoft.com/office/drawing/2014/main" id="{ACA6A774-2555-8D9B-3909-D91AE775BB5A}"/>
              </a:ext>
            </a:extLst>
          </p:cNvPr>
          <p:cNvPicPr>
            <a:picLocks noChangeAspect="1"/>
          </p:cNvPicPr>
          <p:nvPr/>
        </p:nvPicPr>
        <p:blipFill>
          <a:blip r:embed="rId4"/>
          <a:stretch>
            <a:fillRect/>
          </a:stretch>
        </p:blipFill>
        <p:spPr>
          <a:xfrm>
            <a:off x="53999" y="1007163"/>
            <a:ext cx="4272903" cy="3623855"/>
          </a:xfrm>
          <a:prstGeom prst="rect">
            <a:avLst/>
          </a:prstGeom>
        </p:spPr>
      </p:pic>
    </p:spTree>
    <p:extLst>
      <p:ext uri="{BB962C8B-B14F-4D97-AF65-F5344CB8AC3E}">
        <p14:creationId xmlns:p14="http://schemas.microsoft.com/office/powerpoint/2010/main" val="9134839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671A050D-F8BF-89B9-CB43-AD03712A1EE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7511E62-1009-32A9-1CA1-FD2E1BE77BC6}"/>
              </a:ext>
            </a:extLst>
          </p:cNvPr>
          <p:cNvSpPr txBox="1"/>
          <p:nvPr/>
        </p:nvSpPr>
        <p:spPr>
          <a:xfrm>
            <a:off x="54000" y="54000"/>
            <a:ext cx="4627870" cy="461665"/>
          </a:xfrm>
          <a:prstGeom prst="rect">
            <a:avLst/>
          </a:prstGeom>
          <a:noFill/>
        </p:spPr>
        <p:txBody>
          <a:bodyPr wrap="none" rtlCol="0">
            <a:spAutoFit/>
          </a:bodyPr>
          <a:lstStyle/>
          <a:p>
            <a:r>
              <a:rPr lang="en-US" sz="2400" b="1" dirty="0">
                <a:latin typeface="Cambria" panose="02040503050406030204" pitchFamily="18" charset="0"/>
              </a:rPr>
              <a:t>Graph Attention Network (GAT)</a:t>
            </a:r>
          </a:p>
        </p:txBody>
      </p:sp>
      <p:sp>
        <p:nvSpPr>
          <p:cNvPr id="3" name="Slide Number Placeholder 2">
            <a:extLst>
              <a:ext uri="{FF2B5EF4-FFF2-40B4-BE49-F238E27FC236}">
                <a16:creationId xmlns:a16="http://schemas.microsoft.com/office/drawing/2014/main" id="{7206FE52-FA69-38C8-9D58-9DE3F9C4BC1B}"/>
              </a:ext>
            </a:extLst>
          </p:cNvPr>
          <p:cNvSpPr>
            <a:spLocks noGrp="1"/>
          </p:cNvSpPr>
          <p:nvPr>
            <p:ph type="sldNum" sz="quarter" idx="12"/>
          </p:nvPr>
        </p:nvSpPr>
        <p:spPr/>
        <p:txBody>
          <a:bodyPr/>
          <a:lstStyle/>
          <a:p>
            <a:fld id="{34669F9B-C74E-1E47-8F30-C84D54984EEE}" type="slidenum">
              <a:rPr lang="en-US" smtClean="0"/>
              <a:t>2</a:t>
            </a:fld>
            <a:endParaRPr lang="en-US"/>
          </a:p>
        </p:txBody>
      </p:sp>
    </p:spTree>
    <p:extLst>
      <p:ext uri="{BB962C8B-B14F-4D97-AF65-F5344CB8AC3E}">
        <p14:creationId xmlns:p14="http://schemas.microsoft.com/office/powerpoint/2010/main" val="20188312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6986D708-A7D8-6C30-0E8E-3E38C689EFB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E7C63B4-9949-F038-C495-473C02E93232}"/>
              </a:ext>
            </a:extLst>
          </p:cNvPr>
          <p:cNvSpPr txBox="1"/>
          <p:nvPr/>
        </p:nvSpPr>
        <p:spPr>
          <a:xfrm>
            <a:off x="54000" y="54000"/>
            <a:ext cx="6370334" cy="461665"/>
          </a:xfrm>
          <a:prstGeom prst="rect">
            <a:avLst/>
          </a:prstGeom>
          <a:noFill/>
        </p:spPr>
        <p:txBody>
          <a:bodyPr wrap="none" rtlCol="0">
            <a:spAutoFit/>
          </a:bodyPr>
          <a:lstStyle/>
          <a:p>
            <a:r>
              <a:rPr lang="en-US" sz="2400" b="1" dirty="0">
                <a:latin typeface="Cambria" panose="02040503050406030204" pitchFamily="18" charset="0"/>
              </a:rPr>
              <a:t>Spatial Accessibility Measurement with GAT</a:t>
            </a:r>
          </a:p>
        </p:txBody>
      </p:sp>
      <p:sp>
        <p:nvSpPr>
          <p:cNvPr id="3" name="Slide Number Placeholder 2">
            <a:extLst>
              <a:ext uri="{FF2B5EF4-FFF2-40B4-BE49-F238E27FC236}">
                <a16:creationId xmlns:a16="http://schemas.microsoft.com/office/drawing/2014/main" id="{C5BC8249-42C8-0838-AA0A-A19C515D0321}"/>
              </a:ext>
            </a:extLst>
          </p:cNvPr>
          <p:cNvSpPr>
            <a:spLocks noGrp="1"/>
          </p:cNvSpPr>
          <p:nvPr>
            <p:ph type="sldNum" sz="quarter" idx="12"/>
          </p:nvPr>
        </p:nvSpPr>
        <p:spPr/>
        <p:txBody>
          <a:bodyPr/>
          <a:lstStyle/>
          <a:p>
            <a:fld id="{34669F9B-C74E-1E47-8F30-C84D54984EEE}" type="slidenum">
              <a:rPr lang="en-US" smtClean="0"/>
              <a:t>3</a:t>
            </a:fld>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286165C1-58CA-F0F7-F5CF-FD3C5A664A1F}"/>
                  </a:ext>
                </a:extLst>
              </p:cNvPr>
              <p:cNvSpPr txBox="1"/>
              <p:nvPr/>
            </p:nvSpPr>
            <p:spPr>
              <a:xfrm>
                <a:off x="7777661" y="5193019"/>
                <a:ext cx="1111586" cy="70352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nary>
                        <m:naryPr>
                          <m:chr m:val="∑"/>
                          <m:supHide m:val="on"/>
                          <m:ctrlPr>
                            <a:rPr lang="en-US" i="1" smtClean="0">
                              <a:latin typeface="Cambria Math" panose="02040503050406030204" pitchFamily="18" charset="0"/>
                            </a:rPr>
                          </m:ctrlPr>
                        </m:naryPr>
                        <m:sub>
                          <m:r>
                            <m:rPr>
                              <m:brk m:alnAt="7"/>
                            </m:rPr>
                            <a:rPr lang="en-US" b="0" i="1" smtClean="0">
                              <a:latin typeface="Cambria Math" panose="02040503050406030204" pitchFamily="18" charset="0"/>
                            </a:rPr>
                            <m:t>𝑗</m:t>
                          </m:r>
                        </m:sub>
                        <m:sup/>
                        <m:e>
                          <m:sSub>
                            <m:sSubPr>
                              <m:ctrlPr>
                                <a:rPr lang="en-US" i="1">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𝛼</m:t>
                              </m:r>
                            </m:e>
                            <m:sub>
                              <m:r>
                                <a:rPr lang="en-US" i="1">
                                  <a:latin typeface="Cambria Math" panose="02040503050406030204" pitchFamily="18" charset="0"/>
                                </a:rPr>
                                <m:t>𝑖𝑗</m:t>
                              </m:r>
                            </m:sub>
                          </m:sSub>
                        </m:e>
                      </m:nary>
                      <m:r>
                        <a:rPr lang="en-US" b="0" i="1" smtClean="0">
                          <a:latin typeface="Cambria Math" panose="02040503050406030204" pitchFamily="18" charset="0"/>
                        </a:rPr>
                        <m:t>=1</m:t>
                      </m:r>
                    </m:oMath>
                  </m:oMathPara>
                </a14:m>
                <a:endParaRPr lang="en-US" dirty="0"/>
              </a:p>
            </p:txBody>
          </p:sp>
        </mc:Choice>
        <mc:Fallback xmlns="">
          <p:sp>
            <p:nvSpPr>
              <p:cNvPr id="49" name="TextBox 48">
                <a:extLst>
                  <a:ext uri="{FF2B5EF4-FFF2-40B4-BE49-F238E27FC236}">
                    <a16:creationId xmlns:a16="http://schemas.microsoft.com/office/drawing/2014/main" id="{286165C1-58CA-F0F7-F5CF-FD3C5A664A1F}"/>
                  </a:ext>
                </a:extLst>
              </p:cNvPr>
              <p:cNvSpPr txBox="1">
                <a:spLocks noRot="1" noChangeAspect="1" noMove="1" noResize="1" noEditPoints="1" noAdjustHandles="1" noChangeArrowheads="1" noChangeShapeType="1" noTextEdit="1"/>
              </p:cNvSpPr>
              <p:nvPr/>
            </p:nvSpPr>
            <p:spPr>
              <a:xfrm>
                <a:off x="7777661" y="5193019"/>
                <a:ext cx="1111586" cy="703526"/>
              </a:xfrm>
              <a:prstGeom prst="rect">
                <a:avLst/>
              </a:prstGeom>
              <a:blipFill>
                <a:blip r:embed="rId4"/>
                <a:stretch>
                  <a:fillRect l="-75000" t="-136842" r="-5682" b="-184211"/>
                </a:stretch>
              </a:blipFill>
            </p:spPr>
            <p:txBody>
              <a:bodyPr/>
              <a:lstStyle/>
              <a:p>
                <a:r>
                  <a:rPr lang="en-US">
                    <a:noFill/>
                  </a:rPr>
                  <a:t> </a:t>
                </a:r>
              </a:p>
            </p:txBody>
          </p:sp>
        </mc:Fallback>
      </mc:AlternateContent>
      <p:grpSp>
        <p:nvGrpSpPr>
          <p:cNvPr id="37" name="Group 36">
            <a:extLst>
              <a:ext uri="{FF2B5EF4-FFF2-40B4-BE49-F238E27FC236}">
                <a16:creationId xmlns:a16="http://schemas.microsoft.com/office/drawing/2014/main" id="{8541448F-32AC-262A-02A5-072018915E0C}"/>
              </a:ext>
            </a:extLst>
          </p:cNvPr>
          <p:cNvGrpSpPr/>
          <p:nvPr/>
        </p:nvGrpSpPr>
        <p:grpSpPr>
          <a:xfrm rot="16200000">
            <a:off x="347107" y="1219191"/>
            <a:ext cx="4110727" cy="3607544"/>
            <a:chOff x="3756813" y="2822209"/>
            <a:chExt cx="4110727" cy="3118046"/>
          </a:xfrm>
        </p:grpSpPr>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E2028BF4-6B88-19A2-ED73-12690FEDCF84}"/>
                    </a:ext>
                  </a:extLst>
                </p:cNvPr>
                <p:cNvSpPr/>
                <p:nvPr/>
              </p:nvSpPr>
              <p:spPr>
                <a:xfrm rot="5400000">
                  <a:off x="7270536" y="2735162"/>
                  <a:ext cx="509954" cy="684055"/>
                </a:xfrm>
                <a:prstGeom prst="ellipse">
                  <a:avLst/>
                </a:prstGeom>
                <a:solidFill>
                  <a:schemeClr val="accent2">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acc>
                          <m:accPr>
                            <m:chr m:val="⃗"/>
                            <m:ctrlPr>
                              <a:rPr lang="en-US" i="1" smtClean="0">
                                <a:solidFill>
                                  <a:schemeClr val="tx1"/>
                                </a:solidFill>
                                <a:latin typeface="Cambria Math" panose="02040503050406030204" pitchFamily="18" charset="0"/>
                              </a:rPr>
                            </m:ctrlPr>
                          </m:accPr>
                          <m:e>
                            <m:sSubSup>
                              <m:sSubSupPr>
                                <m:ctrlPr>
                                  <a:rPr lang="en-US" i="1">
                                    <a:solidFill>
                                      <a:schemeClr val="tx1"/>
                                    </a:solidFill>
                                    <a:latin typeface="Cambria Math" panose="02040503050406030204" pitchFamily="18" charset="0"/>
                                  </a:rPr>
                                </m:ctrlPr>
                              </m:sSubSupPr>
                              <m:e>
                                <m:r>
                                  <a:rPr lang="en-US" i="1">
                                    <a:solidFill>
                                      <a:schemeClr val="tx1"/>
                                    </a:solidFill>
                                    <a:latin typeface="Cambria Math" panose="02040503050406030204" pitchFamily="18" charset="0"/>
                                  </a:rPr>
                                  <m:t>h</m:t>
                                </m:r>
                              </m:e>
                              <m:sub>
                                <m:r>
                                  <a:rPr lang="en-US" i="1">
                                    <a:solidFill>
                                      <a:schemeClr val="tx1"/>
                                    </a:solidFill>
                                    <a:latin typeface="Cambria Math" panose="02040503050406030204" pitchFamily="18" charset="0"/>
                                  </a:rPr>
                                  <m:t>1</m:t>
                                </m:r>
                              </m:sub>
                              <m:sup>
                                <m:r>
                                  <a:rPr lang="en-US" i="1">
                                    <a:solidFill>
                                      <a:schemeClr val="tx1"/>
                                    </a:solidFill>
                                    <a:latin typeface="Cambria Math" panose="02040503050406030204" pitchFamily="18" charset="0"/>
                                  </a:rPr>
                                  <m:t>𝑜</m:t>
                                </m:r>
                              </m:sup>
                            </m:sSubSup>
                          </m:e>
                        </m:acc>
                      </m:oMath>
                    </m:oMathPara>
                  </a14:m>
                  <a:endParaRPr lang="en-US" dirty="0">
                    <a:solidFill>
                      <a:schemeClr val="tx1"/>
                    </a:solidFill>
                  </a:endParaRPr>
                </a:p>
              </p:txBody>
            </p:sp>
          </mc:Choice>
          <mc:Fallback xmlns="">
            <p:sp>
              <p:nvSpPr>
                <p:cNvPr id="5" name="Oval 4">
                  <a:extLst>
                    <a:ext uri="{FF2B5EF4-FFF2-40B4-BE49-F238E27FC236}">
                      <a16:creationId xmlns:a16="http://schemas.microsoft.com/office/drawing/2014/main" id="{E2028BF4-6B88-19A2-ED73-12690FEDCF84}"/>
                    </a:ext>
                  </a:extLst>
                </p:cNvPr>
                <p:cNvSpPr>
                  <a:spLocks noRot="1" noChangeAspect="1" noMove="1" noResize="1" noEditPoints="1" noAdjustHandles="1" noChangeArrowheads="1" noChangeShapeType="1" noTextEdit="1"/>
                </p:cNvSpPr>
                <p:nvPr/>
              </p:nvSpPr>
              <p:spPr>
                <a:xfrm rot="5400000">
                  <a:off x="7270536" y="2735162"/>
                  <a:ext cx="509954" cy="684055"/>
                </a:xfrm>
                <a:prstGeom prst="ellipse">
                  <a:avLst/>
                </a:prstGeom>
                <a:blipFill>
                  <a:blip r:embed="rId5"/>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Oval 6">
                  <a:extLst>
                    <a:ext uri="{FF2B5EF4-FFF2-40B4-BE49-F238E27FC236}">
                      <a16:creationId xmlns:a16="http://schemas.microsoft.com/office/drawing/2014/main" id="{99CB390C-1527-3E33-1124-310B8420A93D}"/>
                    </a:ext>
                  </a:extLst>
                </p:cNvPr>
                <p:cNvSpPr/>
                <p:nvPr/>
              </p:nvSpPr>
              <p:spPr>
                <a:xfrm rot="5400000">
                  <a:off x="6343340" y="2735162"/>
                  <a:ext cx="509954" cy="684055"/>
                </a:xfrm>
                <a:prstGeom prst="ellipse">
                  <a:avLst/>
                </a:prstGeom>
                <a:solidFill>
                  <a:schemeClr val="accent2">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acc>
                          <m:accPr>
                            <m:chr m:val="⃗"/>
                            <m:ctrlPr>
                              <a:rPr lang="en-US" i="1" smtClean="0">
                                <a:solidFill>
                                  <a:schemeClr val="tx1"/>
                                </a:solidFill>
                                <a:latin typeface="Cambria Math" panose="02040503050406030204" pitchFamily="18" charset="0"/>
                              </a:rPr>
                            </m:ctrlPr>
                          </m:accPr>
                          <m:e>
                            <m:sSubSup>
                              <m:sSubSupPr>
                                <m:ctrlPr>
                                  <a:rPr lang="en-US" i="1">
                                    <a:solidFill>
                                      <a:schemeClr val="tx1"/>
                                    </a:solidFill>
                                    <a:latin typeface="Cambria Math" panose="02040503050406030204" pitchFamily="18" charset="0"/>
                                  </a:rPr>
                                </m:ctrlPr>
                              </m:sSubSupPr>
                              <m:e>
                                <m:r>
                                  <a:rPr lang="en-US" i="1">
                                    <a:solidFill>
                                      <a:schemeClr val="tx1"/>
                                    </a:solidFill>
                                    <a:latin typeface="Cambria Math" panose="02040503050406030204" pitchFamily="18" charset="0"/>
                                  </a:rPr>
                                  <m:t>h</m:t>
                                </m:r>
                              </m:e>
                              <m:sub>
                                <m:r>
                                  <a:rPr lang="en-US" b="0" i="1" smtClean="0">
                                    <a:solidFill>
                                      <a:schemeClr val="tx1"/>
                                    </a:solidFill>
                                    <a:latin typeface="Cambria Math" panose="02040503050406030204" pitchFamily="18" charset="0"/>
                                  </a:rPr>
                                  <m:t>2</m:t>
                                </m:r>
                              </m:sub>
                              <m:sup>
                                <m:r>
                                  <a:rPr lang="en-US" i="1">
                                    <a:solidFill>
                                      <a:schemeClr val="tx1"/>
                                    </a:solidFill>
                                    <a:latin typeface="Cambria Math" panose="02040503050406030204" pitchFamily="18" charset="0"/>
                                  </a:rPr>
                                  <m:t>𝑜</m:t>
                                </m:r>
                              </m:sup>
                            </m:sSubSup>
                          </m:e>
                        </m:acc>
                      </m:oMath>
                    </m:oMathPara>
                  </a14:m>
                  <a:endParaRPr lang="en-US" dirty="0"/>
                </a:p>
              </p:txBody>
            </p:sp>
          </mc:Choice>
          <mc:Fallback xmlns="">
            <p:sp>
              <p:nvSpPr>
                <p:cNvPr id="7" name="Oval 6">
                  <a:extLst>
                    <a:ext uri="{FF2B5EF4-FFF2-40B4-BE49-F238E27FC236}">
                      <a16:creationId xmlns:a16="http://schemas.microsoft.com/office/drawing/2014/main" id="{99CB390C-1527-3E33-1124-310B8420A93D}"/>
                    </a:ext>
                  </a:extLst>
                </p:cNvPr>
                <p:cNvSpPr>
                  <a:spLocks noRot="1" noChangeAspect="1" noMove="1" noResize="1" noEditPoints="1" noAdjustHandles="1" noChangeArrowheads="1" noChangeShapeType="1" noTextEdit="1"/>
                </p:cNvSpPr>
                <p:nvPr/>
              </p:nvSpPr>
              <p:spPr>
                <a:xfrm rot="5400000">
                  <a:off x="6343340" y="2735162"/>
                  <a:ext cx="509954" cy="684055"/>
                </a:xfrm>
                <a:prstGeom prst="ellipse">
                  <a:avLst/>
                </a:prstGeom>
                <a:blipFill>
                  <a:blip r:embed="rId6"/>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Oval 8">
                  <a:extLst>
                    <a:ext uri="{FF2B5EF4-FFF2-40B4-BE49-F238E27FC236}">
                      <a16:creationId xmlns:a16="http://schemas.microsoft.com/office/drawing/2014/main" id="{18EDB6BA-F289-104F-E3C9-1073FC65915C}"/>
                    </a:ext>
                  </a:extLst>
                </p:cNvPr>
                <p:cNvSpPr/>
                <p:nvPr/>
              </p:nvSpPr>
              <p:spPr>
                <a:xfrm rot="5400000">
                  <a:off x="4771061" y="2735160"/>
                  <a:ext cx="509954" cy="684055"/>
                </a:xfrm>
                <a:prstGeom prst="ellipse">
                  <a:avLst/>
                </a:prstGeom>
                <a:solidFill>
                  <a:schemeClr val="accent2">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acc>
                          <m:accPr>
                            <m:chr m:val="⃗"/>
                            <m:ctrlPr>
                              <a:rPr lang="en-US" i="1" smtClean="0">
                                <a:solidFill>
                                  <a:schemeClr val="tx1"/>
                                </a:solidFill>
                                <a:latin typeface="Cambria Math" panose="02040503050406030204" pitchFamily="18" charset="0"/>
                              </a:rPr>
                            </m:ctrlPr>
                          </m:accPr>
                          <m:e>
                            <m:sSubSup>
                              <m:sSubSupPr>
                                <m:ctrlPr>
                                  <a:rPr lang="en-US" i="1">
                                    <a:solidFill>
                                      <a:schemeClr val="tx1"/>
                                    </a:solidFill>
                                    <a:latin typeface="Cambria Math" panose="02040503050406030204" pitchFamily="18" charset="0"/>
                                  </a:rPr>
                                </m:ctrlPr>
                              </m:sSubSupPr>
                              <m:e>
                                <m:r>
                                  <a:rPr lang="en-US" i="1">
                                    <a:solidFill>
                                      <a:schemeClr val="tx1"/>
                                    </a:solidFill>
                                    <a:latin typeface="Cambria Math" panose="02040503050406030204" pitchFamily="18" charset="0"/>
                                  </a:rPr>
                                  <m:t>h</m:t>
                                </m:r>
                              </m:e>
                              <m:sub>
                                <m:r>
                                  <a:rPr lang="en-US" b="0" i="1" smtClean="0">
                                    <a:solidFill>
                                      <a:schemeClr val="tx1"/>
                                    </a:solidFill>
                                    <a:latin typeface="Cambria Math" panose="02040503050406030204" pitchFamily="18" charset="0"/>
                                  </a:rPr>
                                  <m:t>𝑛</m:t>
                                </m:r>
                                <m:r>
                                  <a:rPr lang="en-US" b="0" i="1" smtClean="0">
                                    <a:solidFill>
                                      <a:schemeClr val="tx1"/>
                                    </a:solidFill>
                                    <a:latin typeface="Cambria Math" panose="02040503050406030204" pitchFamily="18" charset="0"/>
                                  </a:rPr>
                                  <m:t>−1</m:t>
                                </m:r>
                              </m:sub>
                              <m:sup>
                                <m:r>
                                  <a:rPr lang="en-US" i="1">
                                    <a:solidFill>
                                      <a:schemeClr val="tx1"/>
                                    </a:solidFill>
                                    <a:latin typeface="Cambria Math" panose="02040503050406030204" pitchFamily="18" charset="0"/>
                                  </a:rPr>
                                  <m:t>𝑜</m:t>
                                </m:r>
                              </m:sup>
                            </m:sSubSup>
                          </m:e>
                        </m:acc>
                      </m:oMath>
                    </m:oMathPara>
                  </a14:m>
                  <a:endParaRPr lang="en-US" dirty="0"/>
                </a:p>
              </p:txBody>
            </p:sp>
          </mc:Choice>
          <mc:Fallback xmlns="">
            <p:sp>
              <p:nvSpPr>
                <p:cNvPr id="9" name="Oval 8">
                  <a:extLst>
                    <a:ext uri="{FF2B5EF4-FFF2-40B4-BE49-F238E27FC236}">
                      <a16:creationId xmlns:a16="http://schemas.microsoft.com/office/drawing/2014/main" id="{18EDB6BA-F289-104F-E3C9-1073FC65915C}"/>
                    </a:ext>
                  </a:extLst>
                </p:cNvPr>
                <p:cNvSpPr>
                  <a:spLocks noRot="1" noChangeAspect="1" noMove="1" noResize="1" noEditPoints="1" noAdjustHandles="1" noChangeArrowheads="1" noChangeShapeType="1" noTextEdit="1"/>
                </p:cNvSpPr>
                <p:nvPr/>
              </p:nvSpPr>
              <p:spPr>
                <a:xfrm rot="5400000">
                  <a:off x="4771061" y="2735160"/>
                  <a:ext cx="509954" cy="684055"/>
                </a:xfrm>
                <a:prstGeom prst="ellipse">
                  <a:avLst/>
                </a:prstGeom>
                <a:blipFill>
                  <a:blip r:embed="rId7"/>
                  <a:stretch>
                    <a:fillRect l="-6122"/>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Oval 9">
                  <a:extLst>
                    <a:ext uri="{FF2B5EF4-FFF2-40B4-BE49-F238E27FC236}">
                      <a16:creationId xmlns:a16="http://schemas.microsoft.com/office/drawing/2014/main" id="{6FA91897-410E-811D-6ABC-5BBF3871215C}"/>
                    </a:ext>
                  </a:extLst>
                </p:cNvPr>
                <p:cNvSpPr/>
                <p:nvPr/>
              </p:nvSpPr>
              <p:spPr>
                <a:xfrm rot="5400000">
                  <a:off x="3843864" y="2735159"/>
                  <a:ext cx="509954" cy="684055"/>
                </a:xfrm>
                <a:prstGeom prst="ellipse">
                  <a:avLst/>
                </a:prstGeom>
                <a:solidFill>
                  <a:schemeClr val="accent2">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acc>
                          <m:accPr>
                            <m:chr m:val="⃗"/>
                            <m:ctrlPr>
                              <a:rPr lang="en-US" i="1" smtClean="0">
                                <a:solidFill>
                                  <a:schemeClr val="tx1"/>
                                </a:solidFill>
                                <a:latin typeface="Cambria Math" panose="02040503050406030204" pitchFamily="18" charset="0"/>
                              </a:rPr>
                            </m:ctrlPr>
                          </m:accPr>
                          <m:e>
                            <m:sSubSup>
                              <m:sSubSupPr>
                                <m:ctrlPr>
                                  <a:rPr lang="en-US" i="1">
                                    <a:solidFill>
                                      <a:schemeClr val="tx1"/>
                                    </a:solidFill>
                                    <a:latin typeface="Cambria Math" panose="02040503050406030204" pitchFamily="18" charset="0"/>
                                  </a:rPr>
                                </m:ctrlPr>
                              </m:sSubSupPr>
                              <m:e>
                                <m:r>
                                  <a:rPr lang="en-US" i="1">
                                    <a:solidFill>
                                      <a:schemeClr val="tx1"/>
                                    </a:solidFill>
                                    <a:latin typeface="Cambria Math" panose="02040503050406030204" pitchFamily="18" charset="0"/>
                                  </a:rPr>
                                  <m:t>h</m:t>
                                </m:r>
                              </m:e>
                              <m:sub>
                                <m:r>
                                  <a:rPr lang="en-US" b="0" i="1" smtClean="0">
                                    <a:solidFill>
                                      <a:schemeClr val="tx1"/>
                                    </a:solidFill>
                                    <a:latin typeface="Cambria Math" panose="02040503050406030204" pitchFamily="18" charset="0"/>
                                  </a:rPr>
                                  <m:t>𝑛</m:t>
                                </m:r>
                              </m:sub>
                              <m:sup>
                                <m:r>
                                  <a:rPr lang="en-US" i="1">
                                    <a:solidFill>
                                      <a:schemeClr val="tx1"/>
                                    </a:solidFill>
                                    <a:latin typeface="Cambria Math" panose="02040503050406030204" pitchFamily="18" charset="0"/>
                                  </a:rPr>
                                  <m:t>𝑜</m:t>
                                </m:r>
                              </m:sup>
                            </m:sSubSup>
                          </m:e>
                        </m:acc>
                      </m:oMath>
                    </m:oMathPara>
                  </a14:m>
                  <a:endParaRPr lang="en-US" dirty="0"/>
                </a:p>
              </p:txBody>
            </p:sp>
          </mc:Choice>
          <mc:Fallback xmlns="">
            <p:sp>
              <p:nvSpPr>
                <p:cNvPr id="10" name="Oval 9">
                  <a:extLst>
                    <a:ext uri="{FF2B5EF4-FFF2-40B4-BE49-F238E27FC236}">
                      <a16:creationId xmlns:a16="http://schemas.microsoft.com/office/drawing/2014/main" id="{6FA91897-410E-811D-6ABC-5BBF3871215C}"/>
                    </a:ext>
                  </a:extLst>
                </p:cNvPr>
                <p:cNvSpPr>
                  <a:spLocks noRot="1" noChangeAspect="1" noMove="1" noResize="1" noEditPoints="1" noAdjustHandles="1" noChangeArrowheads="1" noChangeShapeType="1" noTextEdit="1"/>
                </p:cNvSpPr>
                <p:nvPr/>
              </p:nvSpPr>
              <p:spPr>
                <a:xfrm rot="5400000">
                  <a:off x="3843864" y="2735159"/>
                  <a:ext cx="509954" cy="684055"/>
                </a:xfrm>
                <a:prstGeom prst="ellipse">
                  <a:avLst/>
                </a:prstGeom>
                <a:blipFill>
                  <a:blip r:embed="rId8"/>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Oval 10">
                  <a:extLst>
                    <a:ext uri="{FF2B5EF4-FFF2-40B4-BE49-F238E27FC236}">
                      <a16:creationId xmlns:a16="http://schemas.microsoft.com/office/drawing/2014/main" id="{5BA9C318-90B9-FD62-86C8-634C44AAB53A}"/>
                    </a:ext>
                  </a:extLst>
                </p:cNvPr>
                <p:cNvSpPr/>
                <p:nvPr/>
              </p:nvSpPr>
              <p:spPr>
                <a:xfrm rot="5400000">
                  <a:off x="6806938" y="5343250"/>
                  <a:ext cx="509954" cy="684055"/>
                </a:xfrm>
                <a:prstGeom prst="ellipse">
                  <a:avLst/>
                </a:prstGeom>
                <a:solidFill>
                  <a:schemeClr val="accent4">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acc>
                          <m:accPr>
                            <m:chr m:val="⃗"/>
                            <m:ctrlPr>
                              <a:rPr lang="en-US" i="1" smtClean="0">
                                <a:solidFill>
                                  <a:schemeClr val="tx1"/>
                                </a:solidFill>
                                <a:latin typeface="Cambria Math" panose="02040503050406030204" pitchFamily="18" charset="0"/>
                              </a:rPr>
                            </m:ctrlPr>
                          </m:accPr>
                          <m:e>
                            <m:sSubSup>
                              <m:sSubSupPr>
                                <m:ctrlPr>
                                  <a:rPr lang="en-US" i="1">
                                    <a:solidFill>
                                      <a:schemeClr val="tx1"/>
                                    </a:solidFill>
                                    <a:latin typeface="Cambria Math" panose="02040503050406030204" pitchFamily="18" charset="0"/>
                                  </a:rPr>
                                </m:ctrlPr>
                              </m:sSubSupPr>
                              <m:e>
                                <m:r>
                                  <a:rPr lang="en-US" i="1">
                                    <a:solidFill>
                                      <a:schemeClr val="tx1"/>
                                    </a:solidFill>
                                    <a:latin typeface="Cambria Math" panose="02040503050406030204" pitchFamily="18" charset="0"/>
                                  </a:rPr>
                                  <m:t>h</m:t>
                                </m:r>
                              </m:e>
                              <m:sub>
                                <m:r>
                                  <a:rPr lang="en-US" i="1">
                                    <a:solidFill>
                                      <a:schemeClr val="tx1"/>
                                    </a:solidFill>
                                    <a:latin typeface="Cambria Math" panose="02040503050406030204" pitchFamily="18" charset="0"/>
                                  </a:rPr>
                                  <m:t>1</m:t>
                                </m:r>
                              </m:sub>
                              <m:sup>
                                <m:r>
                                  <a:rPr lang="en-US" b="0" i="1" smtClean="0">
                                    <a:solidFill>
                                      <a:schemeClr val="tx1"/>
                                    </a:solidFill>
                                    <a:latin typeface="Cambria Math" panose="02040503050406030204" pitchFamily="18" charset="0"/>
                                  </a:rPr>
                                  <m:t>𝑑</m:t>
                                </m:r>
                              </m:sup>
                            </m:sSubSup>
                          </m:e>
                        </m:acc>
                      </m:oMath>
                    </m:oMathPara>
                  </a14:m>
                  <a:endParaRPr lang="en-US" dirty="0"/>
                </a:p>
              </p:txBody>
            </p:sp>
          </mc:Choice>
          <mc:Fallback xmlns="">
            <p:sp>
              <p:nvSpPr>
                <p:cNvPr id="11" name="Oval 10">
                  <a:extLst>
                    <a:ext uri="{FF2B5EF4-FFF2-40B4-BE49-F238E27FC236}">
                      <a16:creationId xmlns:a16="http://schemas.microsoft.com/office/drawing/2014/main" id="{5BA9C318-90B9-FD62-86C8-634C44AAB53A}"/>
                    </a:ext>
                  </a:extLst>
                </p:cNvPr>
                <p:cNvSpPr>
                  <a:spLocks noRot="1" noChangeAspect="1" noMove="1" noResize="1" noEditPoints="1" noAdjustHandles="1" noChangeArrowheads="1" noChangeShapeType="1" noTextEdit="1"/>
                </p:cNvSpPr>
                <p:nvPr/>
              </p:nvSpPr>
              <p:spPr>
                <a:xfrm rot="5400000">
                  <a:off x="6806938" y="5343250"/>
                  <a:ext cx="509954" cy="684055"/>
                </a:xfrm>
                <a:prstGeom prst="ellipse">
                  <a:avLst/>
                </a:prstGeom>
                <a:blipFill>
                  <a:blip r:embed="rId9"/>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Oval 11">
                  <a:extLst>
                    <a:ext uri="{FF2B5EF4-FFF2-40B4-BE49-F238E27FC236}">
                      <a16:creationId xmlns:a16="http://schemas.microsoft.com/office/drawing/2014/main" id="{0E3DD07B-3DD7-6CD6-F06E-4AE46DCA6AF7}"/>
                    </a:ext>
                  </a:extLst>
                </p:cNvPr>
                <p:cNvSpPr/>
                <p:nvPr/>
              </p:nvSpPr>
              <p:spPr>
                <a:xfrm rot="5400000">
                  <a:off x="5294573" y="5343247"/>
                  <a:ext cx="509954" cy="684055"/>
                </a:xfrm>
                <a:prstGeom prst="ellipse">
                  <a:avLst/>
                </a:prstGeom>
                <a:solidFill>
                  <a:schemeClr val="accent4">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acc>
                          <m:accPr>
                            <m:chr m:val="⃗"/>
                            <m:ctrlPr>
                              <a:rPr lang="en-US" i="1" smtClean="0">
                                <a:solidFill>
                                  <a:schemeClr val="tx1"/>
                                </a:solidFill>
                                <a:latin typeface="Cambria Math" panose="02040503050406030204" pitchFamily="18" charset="0"/>
                              </a:rPr>
                            </m:ctrlPr>
                          </m:accPr>
                          <m:e>
                            <m:sSubSup>
                              <m:sSubSupPr>
                                <m:ctrlPr>
                                  <a:rPr lang="en-US" i="1">
                                    <a:solidFill>
                                      <a:schemeClr val="tx1"/>
                                    </a:solidFill>
                                    <a:latin typeface="Cambria Math" panose="02040503050406030204" pitchFamily="18" charset="0"/>
                                  </a:rPr>
                                </m:ctrlPr>
                              </m:sSubSupPr>
                              <m:e>
                                <m:r>
                                  <a:rPr lang="en-US" i="1">
                                    <a:solidFill>
                                      <a:schemeClr val="tx1"/>
                                    </a:solidFill>
                                    <a:latin typeface="Cambria Math" panose="02040503050406030204" pitchFamily="18" charset="0"/>
                                  </a:rPr>
                                  <m:t>h</m:t>
                                </m:r>
                              </m:e>
                              <m:sub>
                                <m:r>
                                  <a:rPr lang="en-US" b="0" i="1" smtClean="0">
                                    <a:solidFill>
                                      <a:schemeClr val="tx1"/>
                                    </a:solidFill>
                                    <a:latin typeface="Cambria Math" panose="02040503050406030204" pitchFamily="18" charset="0"/>
                                  </a:rPr>
                                  <m:t>𝑚</m:t>
                                </m:r>
                                <m:r>
                                  <a:rPr lang="en-US" b="0" i="1" smtClean="0">
                                    <a:solidFill>
                                      <a:schemeClr val="tx1"/>
                                    </a:solidFill>
                                    <a:latin typeface="Cambria Math" panose="02040503050406030204" pitchFamily="18" charset="0"/>
                                  </a:rPr>
                                  <m:t>−1</m:t>
                                </m:r>
                              </m:sub>
                              <m:sup>
                                <m:r>
                                  <a:rPr lang="en-US" b="0" i="1" smtClean="0">
                                    <a:solidFill>
                                      <a:schemeClr val="tx1"/>
                                    </a:solidFill>
                                    <a:latin typeface="Cambria Math" panose="02040503050406030204" pitchFamily="18" charset="0"/>
                                  </a:rPr>
                                  <m:t>𝑑</m:t>
                                </m:r>
                              </m:sup>
                            </m:sSubSup>
                          </m:e>
                        </m:acc>
                      </m:oMath>
                    </m:oMathPara>
                  </a14:m>
                  <a:endParaRPr lang="en-US" dirty="0"/>
                </a:p>
              </p:txBody>
            </p:sp>
          </mc:Choice>
          <mc:Fallback xmlns="">
            <p:sp>
              <p:nvSpPr>
                <p:cNvPr id="12" name="Oval 11">
                  <a:extLst>
                    <a:ext uri="{FF2B5EF4-FFF2-40B4-BE49-F238E27FC236}">
                      <a16:creationId xmlns:a16="http://schemas.microsoft.com/office/drawing/2014/main" id="{0E3DD07B-3DD7-6CD6-F06E-4AE46DCA6AF7}"/>
                    </a:ext>
                  </a:extLst>
                </p:cNvPr>
                <p:cNvSpPr>
                  <a:spLocks noRot="1" noChangeAspect="1" noMove="1" noResize="1" noEditPoints="1" noAdjustHandles="1" noChangeArrowheads="1" noChangeShapeType="1" noTextEdit="1"/>
                </p:cNvSpPr>
                <p:nvPr/>
              </p:nvSpPr>
              <p:spPr>
                <a:xfrm rot="5400000">
                  <a:off x="5294573" y="5343247"/>
                  <a:ext cx="509954" cy="684055"/>
                </a:xfrm>
                <a:prstGeom prst="ellipse">
                  <a:avLst/>
                </a:prstGeom>
                <a:blipFill>
                  <a:blip r:embed="rId10"/>
                  <a:stretch>
                    <a:fillRect l="-10204"/>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Oval 12">
                  <a:extLst>
                    <a:ext uri="{FF2B5EF4-FFF2-40B4-BE49-F238E27FC236}">
                      <a16:creationId xmlns:a16="http://schemas.microsoft.com/office/drawing/2014/main" id="{DA9ABA92-6A65-4215-537B-521125898B85}"/>
                    </a:ext>
                  </a:extLst>
                </p:cNvPr>
                <p:cNvSpPr/>
                <p:nvPr/>
              </p:nvSpPr>
              <p:spPr>
                <a:xfrm rot="5400000">
                  <a:off x="4367376" y="5343247"/>
                  <a:ext cx="509954" cy="684055"/>
                </a:xfrm>
                <a:prstGeom prst="ellipse">
                  <a:avLst/>
                </a:prstGeom>
                <a:solidFill>
                  <a:schemeClr val="accent4">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acc>
                          <m:accPr>
                            <m:chr m:val="⃗"/>
                            <m:ctrlPr>
                              <a:rPr lang="en-US" i="1" smtClean="0">
                                <a:solidFill>
                                  <a:schemeClr val="tx1"/>
                                </a:solidFill>
                                <a:latin typeface="Cambria Math" panose="02040503050406030204" pitchFamily="18" charset="0"/>
                              </a:rPr>
                            </m:ctrlPr>
                          </m:accPr>
                          <m:e>
                            <m:sSubSup>
                              <m:sSubSupPr>
                                <m:ctrlPr>
                                  <a:rPr lang="en-US" i="1">
                                    <a:solidFill>
                                      <a:schemeClr val="tx1"/>
                                    </a:solidFill>
                                    <a:latin typeface="Cambria Math" panose="02040503050406030204" pitchFamily="18" charset="0"/>
                                  </a:rPr>
                                </m:ctrlPr>
                              </m:sSubSupPr>
                              <m:e>
                                <m:r>
                                  <a:rPr lang="en-US" i="1">
                                    <a:solidFill>
                                      <a:schemeClr val="tx1"/>
                                    </a:solidFill>
                                    <a:latin typeface="Cambria Math" panose="02040503050406030204" pitchFamily="18" charset="0"/>
                                  </a:rPr>
                                  <m:t>h</m:t>
                                </m:r>
                              </m:e>
                              <m:sub>
                                <m:r>
                                  <a:rPr lang="en-US" b="0" i="1" smtClean="0">
                                    <a:solidFill>
                                      <a:schemeClr val="tx1"/>
                                    </a:solidFill>
                                    <a:latin typeface="Cambria Math" panose="02040503050406030204" pitchFamily="18" charset="0"/>
                                  </a:rPr>
                                  <m:t>𝑚</m:t>
                                </m:r>
                              </m:sub>
                              <m:sup>
                                <m:r>
                                  <a:rPr lang="en-US" b="0" i="1" smtClean="0">
                                    <a:solidFill>
                                      <a:schemeClr val="tx1"/>
                                    </a:solidFill>
                                    <a:latin typeface="Cambria Math" panose="02040503050406030204" pitchFamily="18" charset="0"/>
                                  </a:rPr>
                                  <m:t>𝑑</m:t>
                                </m:r>
                              </m:sup>
                            </m:sSubSup>
                          </m:e>
                        </m:acc>
                      </m:oMath>
                    </m:oMathPara>
                  </a14:m>
                  <a:endParaRPr lang="en-US" dirty="0"/>
                </a:p>
              </p:txBody>
            </p:sp>
          </mc:Choice>
          <mc:Fallback xmlns="">
            <p:sp>
              <p:nvSpPr>
                <p:cNvPr id="13" name="Oval 12">
                  <a:extLst>
                    <a:ext uri="{FF2B5EF4-FFF2-40B4-BE49-F238E27FC236}">
                      <a16:creationId xmlns:a16="http://schemas.microsoft.com/office/drawing/2014/main" id="{DA9ABA92-6A65-4215-537B-521125898B85}"/>
                    </a:ext>
                  </a:extLst>
                </p:cNvPr>
                <p:cNvSpPr>
                  <a:spLocks noRot="1" noChangeAspect="1" noMove="1" noResize="1" noEditPoints="1" noAdjustHandles="1" noChangeArrowheads="1" noChangeShapeType="1" noTextEdit="1"/>
                </p:cNvSpPr>
                <p:nvPr/>
              </p:nvSpPr>
              <p:spPr>
                <a:xfrm rot="5400000">
                  <a:off x="4367376" y="5343247"/>
                  <a:ext cx="509954" cy="684055"/>
                </a:xfrm>
                <a:prstGeom prst="ellipse">
                  <a:avLst/>
                </a:prstGeom>
                <a:blipFill>
                  <a:blip r:embed="rId11"/>
                  <a:stretch>
                    <a:fillRect/>
                  </a:stretch>
                </a:blipFill>
                <a:ln>
                  <a:solidFill>
                    <a:schemeClr val="tx1"/>
                  </a:solidFill>
                </a:ln>
              </p:spPr>
              <p:txBody>
                <a:bodyPr/>
                <a:lstStyle/>
                <a:p>
                  <a:r>
                    <a:rPr lang="en-US">
                      <a:noFill/>
                    </a:rPr>
                    <a:t> </a:t>
                  </a:r>
                </a:p>
              </p:txBody>
            </p:sp>
          </mc:Fallback>
        </mc:AlternateContent>
        <p:cxnSp>
          <p:nvCxnSpPr>
            <p:cNvPr id="14" name="Straight Arrow Connector 13">
              <a:extLst>
                <a:ext uri="{FF2B5EF4-FFF2-40B4-BE49-F238E27FC236}">
                  <a16:creationId xmlns:a16="http://schemas.microsoft.com/office/drawing/2014/main" id="{E16445EC-29D0-11ED-386A-B6BB0CEF1F31}"/>
                </a:ext>
              </a:extLst>
            </p:cNvPr>
            <p:cNvCxnSpPr>
              <a:stCxn id="5" idx="6"/>
              <a:endCxn id="11" idx="2"/>
            </p:cNvCxnSpPr>
            <p:nvPr/>
          </p:nvCxnSpPr>
          <p:spPr>
            <a:xfrm flipH="1">
              <a:off x="7061915" y="3332167"/>
              <a:ext cx="463598" cy="2098134"/>
            </a:xfrm>
            <a:prstGeom prst="straightConnector1">
              <a:avLst/>
            </a:prstGeom>
            <a:ln w="9525">
              <a:tailEnd type="triangle"/>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FC6FF155-E4D8-256D-A5C7-106E4733B17A}"/>
                </a:ext>
              </a:extLst>
            </p:cNvPr>
            <p:cNvCxnSpPr>
              <a:cxnSpLocks/>
              <a:stCxn id="5" idx="6"/>
              <a:endCxn id="12" idx="2"/>
            </p:cNvCxnSpPr>
            <p:nvPr/>
          </p:nvCxnSpPr>
          <p:spPr>
            <a:xfrm flipH="1">
              <a:off x="5549550" y="3332167"/>
              <a:ext cx="1975963" cy="2098131"/>
            </a:xfrm>
            <a:prstGeom prst="straightConnector1">
              <a:avLst/>
            </a:prstGeom>
            <a:ln w="9525">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BF6B3A87-11E2-B0E2-AA01-7ADD1D449820}"/>
                </a:ext>
              </a:extLst>
            </p:cNvPr>
            <p:cNvCxnSpPr>
              <a:cxnSpLocks/>
              <a:stCxn id="5" idx="6"/>
              <a:endCxn id="13" idx="2"/>
            </p:cNvCxnSpPr>
            <p:nvPr/>
          </p:nvCxnSpPr>
          <p:spPr>
            <a:xfrm flipH="1">
              <a:off x="4622353" y="3332167"/>
              <a:ext cx="2903160" cy="2098131"/>
            </a:xfrm>
            <a:prstGeom prst="straightConnector1">
              <a:avLst/>
            </a:prstGeom>
            <a:ln w="9525">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AB0879FD-B0E0-45B0-E14F-1A2901C35DFE}"/>
                </a:ext>
              </a:extLst>
            </p:cNvPr>
            <p:cNvCxnSpPr>
              <a:cxnSpLocks/>
              <a:stCxn id="7" idx="6"/>
              <a:endCxn id="11" idx="2"/>
            </p:cNvCxnSpPr>
            <p:nvPr/>
          </p:nvCxnSpPr>
          <p:spPr>
            <a:xfrm>
              <a:off x="6598317" y="3332167"/>
              <a:ext cx="463598" cy="2098134"/>
            </a:xfrm>
            <a:prstGeom prst="straightConnector1">
              <a:avLst/>
            </a:prstGeom>
            <a:ln w="9525">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1DD8F8BB-7143-A49D-EA1D-D48A7D731BA0}"/>
                </a:ext>
              </a:extLst>
            </p:cNvPr>
            <p:cNvCxnSpPr>
              <a:cxnSpLocks/>
              <a:stCxn id="7" idx="6"/>
              <a:endCxn id="12" idx="2"/>
            </p:cNvCxnSpPr>
            <p:nvPr/>
          </p:nvCxnSpPr>
          <p:spPr>
            <a:xfrm flipH="1">
              <a:off x="5549550" y="3332167"/>
              <a:ext cx="1048767" cy="2098131"/>
            </a:xfrm>
            <a:prstGeom prst="straightConnector1">
              <a:avLst/>
            </a:prstGeom>
            <a:ln w="9525">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451BB837-1FD9-0D0A-B2A3-F599BA630643}"/>
                </a:ext>
              </a:extLst>
            </p:cNvPr>
            <p:cNvCxnSpPr>
              <a:cxnSpLocks/>
              <a:stCxn id="7" idx="6"/>
              <a:endCxn id="13" idx="2"/>
            </p:cNvCxnSpPr>
            <p:nvPr/>
          </p:nvCxnSpPr>
          <p:spPr>
            <a:xfrm flipH="1">
              <a:off x="4622353" y="3332167"/>
              <a:ext cx="1975964" cy="2098131"/>
            </a:xfrm>
            <a:prstGeom prst="straightConnector1">
              <a:avLst/>
            </a:prstGeom>
            <a:ln w="9525">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D0FE78B1-8968-495B-8496-A6D0E055793F}"/>
                </a:ext>
              </a:extLst>
            </p:cNvPr>
            <p:cNvCxnSpPr>
              <a:cxnSpLocks/>
              <a:stCxn id="9" idx="6"/>
              <a:endCxn id="11" idx="2"/>
            </p:cNvCxnSpPr>
            <p:nvPr/>
          </p:nvCxnSpPr>
          <p:spPr>
            <a:xfrm>
              <a:off x="5026038" y="3332165"/>
              <a:ext cx="2035877" cy="2098136"/>
            </a:xfrm>
            <a:prstGeom prst="straightConnector1">
              <a:avLst/>
            </a:prstGeom>
            <a:ln w="9525">
              <a:tailEnd type="triangle"/>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61E82744-516B-7989-2266-A93A4FD564CF}"/>
                </a:ext>
              </a:extLst>
            </p:cNvPr>
            <p:cNvCxnSpPr>
              <a:cxnSpLocks/>
              <a:stCxn id="9" idx="6"/>
              <a:endCxn id="12" idx="2"/>
            </p:cNvCxnSpPr>
            <p:nvPr/>
          </p:nvCxnSpPr>
          <p:spPr>
            <a:xfrm rot="5400000" flipV="1">
              <a:off x="4238726" y="4119476"/>
              <a:ext cx="2098135" cy="523512"/>
            </a:xfrm>
            <a:prstGeom prst="straightConnector1">
              <a:avLst/>
            </a:prstGeom>
            <a:ln w="9525">
              <a:tailEnd type="triangle"/>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675949AE-E0DF-0BEF-A451-E354B21E1C0D}"/>
                </a:ext>
              </a:extLst>
            </p:cNvPr>
            <p:cNvCxnSpPr>
              <a:cxnSpLocks/>
              <a:stCxn id="9" idx="6"/>
              <a:endCxn id="13" idx="2"/>
            </p:cNvCxnSpPr>
            <p:nvPr/>
          </p:nvCxnSpPr>
          <p:spPr>
            <a:xfrm rot="5400000">
              <a:off x="3775128" y="4179389"/>
              <a:ext cx="2098134" cy="403685"/>
            </a:xfrm>
            <a:prstGeom prst="straightConnector1">
              <a:avLst/>
            </a:prstGeom>
            <a:ln w="9525">
              <a:tailEnd type="triangle"/>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B62F652F-CB24-AD68-B0AA-2BDE3AC311C0}"/>
                </a:ext>
              </a:extLst>
            </p:cNvPr>
            <p:cNvCxnSpPr>
              <a:cxnSpLocks/>
              <a:stCxn id="10" idx="6"/>
              <a:endCxn id="11" idx="2"/>
            </p:cNvCxnSpPr>
            <p:nvPr/>
          </p:nvCxnSpPr>
          <p:spPr>
            <a:xfrm>
              <a:off x="4098841" y="3332164"/>
              <a:ext cx="2963074" cy="2098137"/>
            </a:xfrm>
            <a:prstGeom prst="straightConnector1">
              <a:avLst/>
            </a:prstGeom>
            <a:ln w="9525">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C8114C81-A8A7-98D7-05EB-A23D095043CD}"/>
                </a:ext>
              </a:extLst>
            </p:cNvPr>
            <p:cNvCxnSpPr>
              <a:cxnSpLocks/>
              <a:stCxn id="10" idx="6"/>
              <a:endCxn id="12" idx="2"/>
            </p:cNvCxnSpPr>
            <p:nvPr/>
          </p:nvCxnSpPr>
          <p:spPr>
            <a:xfrm rot="5400000" flipV="1">
              <a:off x="3775127" y="3655877"/>
              <a:ext cx="2098136" cy="1450709"/>
            </a:xfrm>
            <a:prstGeom prst="straightConnector1">
              <a:avLst/>
            </a:prstGeom>
            <a:ln w="9525">
              <a:tailEnd type="triangle"/>
            </a:ln>
          </p:spPr>
          <p:style>
            <a:lnRef idx="2">
              <a:schemeClr val="accent1"/>
            </a:lnRef>
            <a:fillRef idx="0">
              <a:schemeClr val="accent1"/>
            </a:fillRef>
            <a:effectRef idx="1">
              <a:schemeClr val="accent1"/>
            </a:effectRef>
            <a:fontRef idx="minor">
              <a:schemeClr val="tx1"/>
            </a:fontRef>
          </p:style>
        </p:cxnSp>
        <p:cxnSp>
          <p:nvCxnSpPr>
            <p:cNvPr id="31" name="Straight Arrow Connector 30">
              <a:extLst>
                <a:ext uri="{FF2B5EF4-FFF2-40B4-BE49-F238E27FC236}">
                  <a16:creationId xmlns:a16="http://schemas.microsoft.com/office/drawing/2014/main" id="{0F9B267A-44DB-1431-714F-E6915F286F06}"/>
                </a:ext>
              </a:extLst>
            </p:cNvPr>
            <p:cNvCxnSpPr>
              <a:cxnSpLocks/>
              <a:stCxn id="10" idx="6"/>
              <a:endCxn id="13" idx="2"/>
            </p:cNvCxnSpPr>
            <p:nvPr/>
          </p:nvCxnSpPr>
          <p:spPr>
            <a:xfrm rot="5400000" flipV="1">
              <a:off x="3311529" y="4119475"/>
              <a:ext cx="2098135" cy="523512"/>
            </a:xfrm>
            <a:prstGeom prst="straightConnector1">
              <a:avLst/>
            </a:prstGeom>
            <a:ln w="9525">
              <a:tailEnd type="triangle"/>
            </a:ln>
          </p:spPr>
          <p:style>
            <a:lnRef idx="2">
              <a:schemeClr val="accent1"/>
            </a:lnRef>
            <a:fillRef idx="0">
              <a:schemeClr val="accent1"/>
            </a:fillRef>
            <a:effectRef idx="1">
              <a:schemeClr val="accent1"/>
            </a:effectRef>
            <a:fontRef idx="minor">
              <a:schemeClr val="tx1"/>
            </a:fontRef>
          </p:style>
        </p:cxnSp>
        <p:sp>
          <p:nvSpPr>
            <p:cNvPr id="33" name="TextBox 32">
              <a:extLst>
                <a:ext uri="{FF2B5EF4-FFF2-40B4-BE49-F238E27FC236}">
                  <a16:creationId xmlns:a16="http://schemas.microsoft.com/office/drawing/2014/main" id="{9B8CA55C-6D0E-82B1-42A5-01945EF87D9D}"/>
                </a:ext>
              </a:extLst>
            </p:cNvPr>
            <p:cNvSpPr txBox="1"/>
            <p:nvPr/>
          </p:nvSpPr>
          <p:spPr>
            <a:xfrm>
              <a:off x="5621259" y="2822209"/>
              <a:ext cx="381836" cy="369332"/>
            </a:xfrm>
            <a:prstGeom prst="rect">
              <a:avLst/>
            </a:prstGeom>
            <a:noFill/>
          </p:spPr>
          <p:txBody>
            <a:bodyPr wrap="none" rtlCol="0">
              <a:spAutoFit/>
            </a:bodyPr>
            <a:lstStyle/>
            <a:p>
              <a:pPr algn="ctr"/>
              <a:r>
                <a:rPr lang="en-US"/>
                <a:t>…</a:t>
              </a:r>
            </a:p>
          </p:txBody>
        </p:sp>
        <p:sp>
          <p:nvSpPr>
            <p:cNvPr id="35" name="TextBox 34">
              <a:extLst>
                <a:ext uri="{FF2B5EF4-FFF2-40B4-BE49-F238E27FC236}">
                  <a16:creationId xmlns:a16="http://schemas.microsoft.com/office/drawing/2014/main" id="{C7C7E6E4-D05F-31E4-12E7-8F79011A0430}"/>
                </a:ext>
              </a:extLst>
            </p:cNvPr>
            <p:cNvSpPr txBox="1"/>
            <p:nvPr/>
          </p:nvSpPr>
          <p:spPr>
            <a:xfrm>
              <a:off x="6114814" y="5430297"/>
              <a:ext cx="381836" cy="369332"/>
            </a:xfrm>
            <a:prstGeom prst="rect">
              <a:avLst/>
            </a:prstGeom>
            <a:noFill/>
          </p:spPr>
          <p:txBody>
            <a:bodyPr wrap="none" rtlCol="0">
              <a:spAutoFit/>
            </a:bodyPr>
            <a:lstStyle/>
            <a:p>
              <a:pPr algn="ctr"/>
              <a:r>
                <a:rPr lang="en-US"/>
                <a:t>…</a:t>
              </a:r>
            </a:p>
          </p:txBody>
        </p:sp>
      </p:grpSp>
      <p:sp>
        <p:nvSpPr>
          <p:cNvPr id="39" name="TextBox 38">
            <a:extLst>
              <a:ext uri="{FF2B5EF4-FFF2-40B4-BE49-F238E27FC236}">
                <a16:creationId xmlns:a16="http://schemas.microsoft.com/office/drawing/2014/main" id="{89BE869F-2DEF-972C-6B9B-3919C0B2B071}"/>
              </a:ext>
            </a:extLst>
          </p:cNvPr>
          <p:cNvSpPr txBox="1"/>
          <p:nvPr/>
        </p:nvSpPr>
        <p:spPr>
          <a:xfrm>
            <a:off x="633857" y="5193019"/>
            <a:ext cx="519694" cy="276999"/>
          </a:xfrm>
          <a:prstGeom prst="rect">
            <a:avLst/>
          </a:prstGeom>
          <a:noFill/>
        </p:spPr>
        <p:txBody>
          <a:bodyPr wrap="none" rtlCol="0">
            <a:spAutoFit/>
          </a:bodyPr>
          <a:lstStyle/>
          <a:p>
            <a:r>
              <a:rPr lang="en-US" sz="1200" dirty="0">
                <a:latin typeface="Arial Narrow" panose="020B0604020202020204" pitchFamily="34" charset="0"/>
                <a:cs typeface="Arial Narrow" panose="020B0604020202020204" pitchFamily="34" charset="0"/>
              </a:rPr>
              <a:t>Origin</a:t>
            </a:r>
          </a:p>
        </p:txBody>
      </p:sp>
      <p:sp>
        <p:nvSpPr>
          <p:cNvPr id="41" name="TextBox 40">
            <a:extLst>
              <a:ext uri="{FF2B5EF4-FFF2-40B4-BE49-F238E27FC236}">
                <a16:creationId xmlns:a16="http://schemas.microsoft.com/office/drawing/2014/main" id="{B0283013-5647-74FF-310B-E062E0215245}"/>
              </a:ext>
            </a:extLst>
          </p:cNvPr>
          <p:cNvSpPr txBox="1"/>
          <p:nvPr/>
        </p:nvSpPr>
        <p:spPr>
          <a:xfrm>
            <a:off x="3503107" y="4778051"/>
            <a:ext cx="816249" cy="276999"/>
          </a:xfrm>
          <a:prstGeom prst="rect">
            <a:avLst/>
          </a:prstGeom>
          <a:noFill/>
        </p:spPr>
        <p:txBody>
          <a:bodyPr wrap="none" rtlCol="0">
            <a:spAutoFit/>
          </a:bodyPr>
          <a:lstStyle/>
          <a:p>
            <a:r>
              <a:rPr lang="en-US" sz="1200" dirty="0">
                <a:latin typeface="Arial Narrow" panose="020B0604020202020204" pitchFamily="34" charset="0"/>
                <a:cs typeface="Arial Narrow" panose="020B0604020202020204" pitchFamily="34" charset="0"/>
              </a:rPr>
              <a:t>Destination</a:t>
            </a:r>
          </a:p>
        </p:txBody>
      </p:sp>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F31EDE51-64FB-FD47-3206-8E7AD08DF766}"/>
                  </a:ext>
                </a:extLst>
              </p:cNvPr>
              <p:cNvSpPr txBox="1"/>
              <p:nvPr/>
            </p:nvSpPr>
            <p:spPr>
              <a:xfrm>
                <a:off x="1996902" y="1135787"/>
                <a:ext cx="102931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𝛼</m:t>
                          </m:r>
                        </m:e>
                        <m:sub>
                          <m:r>
                            <a:rPr lang="en-US" i="1">
                              <a:latin typeface="Cambria Math" panose="02040503050406030204" pitchFamily="18" charset="0"/>
                            </a:rPr>
                            <m:t>1</m:t>
                          </m:r>
                          <m:r>
                            <a:rPr lang="en-US" b="0" i="1" smtClean="0">
                              <a:latin typeface="Cambria Math" panose="02040503050406030204" pitchFamily="18" charset="0"/>
                            </a:rPr>
                            <m:t>1</m:t>
                          </m:r>
                        </m:sub>
                      </m:sSub>
                    </m:oMath>
                  </m:oMathPara>
                </a14:m>
                <a:endParaRPr lang="en-US" dirty="0"/>
              </a:p>
            </p:txBody>
          </p:sp>
        </mc:Choice>
        <mc:Fallback xmlns="">
          <p:sp>
            <p:nvSpPr>
              <p:cNvPr id="65" name="TextBox 64">
                <a:extLst>
                  <a:ext uri="{FF2B5EF4-FFF2-40B4-BE49-F238E27FC236}">
                    <a16:creationId xmlns:a16="http://schemas.microsoft.com/office/drawing/2014/main" id="{F31EDE51-64FB-FD47-3206-8E7AD08DF766}"/>
                  </a:ext>
                </a:extLst>
              </p:cNvPr>
              <p:cNvSpPr txBox="1">
                <a:spLocks noRot="1" noChangeAspect="1" noMove="1" noResize="1" noEditPoints="1" noAdjustHandles="1" noChangeArrowheads="1" noChangeShapeType="1" noTextEdit="1"/>
              </p:cNvSpPr>
              <p:nvPr/>
            </p:nvSpPr>
            <p:spPr>
              <a:xfrm>
                <a:off x="1996902" y="1135787"/>
                <a:ext cx="1029319"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9E6939B0-E66A-32D7-7242-3BCEBCE5763C}"/>
                  </a:ext>
                </a:extLst>
              </p:cNvPr>
              <p:cNvSpPr txBox="1"/>
              <p:nvPr/>
            </p:nvSpPr>
            <p:spPr>
              <a:xfrm>
                <a:off x="1777243" y="4525544"/>
                <a:ext cx="102931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𝛼</m:t>
                          </m:r>
                        </m:e>
                        <m:sub>
                          <m:r>
                            <a:rPr lang="en-US" b="0" i="1" smtClean="0">
                              <a:latin typeface="Cambria Math" panose="02040503050406030204" pitchFamily="18" charset="0"/>
                              <a:ea typeface="Cambria Math" panose="02040503050406030204" pitchFamily="18" charset="0"/>
                            </a:rPr>
                            <m:t>𝑛𝑚</m:t>
                          </m:r>
                        </m:sub>
                      </m:sSub>
                    </m:oMath>
                  </m:oMathPara>
                </a14:m>
                <a:endParaRPr lang="en-US" dirty="0"/>
              </a:p>
            </p:txBody>
          </p:sp>
        </mc:Choice>
        <mc:Fallback xmlns="">
          <p:sp>
            <p:nvSpPr>
              <p:cNvPr id="66" name="TextBox 65">
                <a:extLst>
                  <a:ext uri="{FF2B5EF4-FFF2-40B4-BE49-F238E27FC236}">
                    <a16:creationId xmlns:a16="http://schemas.microsoft.com/office/drawing/2014/main" id="{9E6939B0-E66A-32D7-7242-3BCEBCE5763C}"/>
                  </a:ext>
                </a:extLst>
              </p:cNvPr>
              <p:cNvSpPr txBox="1">
                <a:spLocks noRot="1" noChangeAspect="1" noMove="1" noResize="1" noEditPoints="1" noAdjustHandles="1" noChangeArrowheads="1" noChangeShapeType="1" noTextEdit="1"/>
              </p:cNvSpPr>
              <p:nvPr/>
            </p:nvSpPr>
            <p:spPr>
              <a:xfrm>
                <a:off x="1777243" y="4525544"/>
                <a:ext cx="1029319"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CCBE7BE6-12F1-173C-87CA-9EFFE691CF3E}"/>
                  </a:ext>
                </a:extLst>
              </p:cNvPr>
              <p:cNvSpPr txBox="1"/>
              <p:nvPr/>
            </p:nvSpPr>
            <p:spPr>
              <a:xfrm>
                <a:off x="1996902" y="1560272"/>
                <a:ext cx="102931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𝛼</m:t>
                          </m:r>
                        </m:e>
                        <m:sub>
                          <m:r>
                            <a:rPr lang="en-US" b="0" i="1" smtClean="0">
                              <a:latin typeface="Cambria Math" panose="02040503050406030204" pitchFamily="18" charset="0"/>
                            </a:rPr>
                            <m:t>21</m:t>
                          </m:r>
                        </m:sub>
                      </m:sSub>
                    </m:oMath>
                  </m:oMathPara>
                </a14:m>
                <a:endParaRPr lang="en-US" dirty="0"/>
              </a:p>
            </p:txBody>
          </p:sp>
        </mc:Choice>
        <mc:Fallback xmlns="">
          <p:sp>
            <p:nvSpPr>
              <p:cNvPr id="67" name="TextBox 66">
                <a:extLst>
                  <a:ext uri="{FF2B5EF4-FFF2-40B4-BE49-F238E27FC236}">
                    <a16:creationId xmlns:a16="http://schemas.microsoft.com/office/drawing/2014/main" id="{CCBE7BE6-12F1-173C-87CA-9EFFE691CF3E}"/>
                  </a:ext>
                </a:extLst>
              </p:cNvPr>
              <p:cNvSpPr txBox="1">
                <a:spLocks noRot="1" noChangeAspect="1" noMove="1" noResize="1" noEditPoints="1" noAdjustHandles="1" noChangeArrowheads="1" noChangeShapeType="1" noTextEdit="1"/>
              </p:cNvSpPr>
              <p:nvPr/>
            </p:nvSpPr>
            <p:spPr>
              <a:xfrm>
                <a:off x="1996902" y="1560272"/>
                <a:ext cx="1029319" cy="369332"/>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8055CAA0-1A9E-F157-5127-30DFD239CBA6}"/>
                  </a:ext>
                </a:extLst>
              </p:cNvPr>
              <p:cNvSpPr txBox="1"/>
              <p:nvPr/>
            </p:nvSpPr>
            <p:spPr>
              <a:xfrm>
                <a:off x="4664667" y="1091792"/>
                <a:ext cx="3060903" cy="400879"/>
              </a:xfrm>
              <a:prstGeom prst="rect">
                <a:avLst/>
              </a:prstGeom>
              <a:noFill/>
            </p:spPr>
            <p:txBody>
              <a:bodyPr wrap="none" rtlCol="0">
                <a:spAutoFit/>
              </a:bodyPr>
              <a:lstStyle/>
              <a:p>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𝐴𝐶𝐶</m:t>
                        </m:r>
                      </m:e>
                      <m:sub>
                        <m:r>
                          <a:rPr lang="en-US" b="0" i="1" smtClean="0">
                            <a:latin typeface="Cambria Math" panose="02040503050406030204" pitchFamily="18" charset="0"/>
                          </a:rPr>
                          <m:t>𝑖</m:t>
                        </m:r>
                      </m:sub>
                    </m:sSub>
                    <m:r>
                      <a:rPr lang="en-US" b="0" i="1" smtClean="0">
                        <a:latin typeface="Cambria Math" panose="02040503050406030204" pitchFamily="18" charset="0"/>
                      </a:rPr>
                      <m:t>=</m:t>
                    </m:r>
                    <m:nary>
                      <m:naryPr>
                        <m:chr m:val="∑"/>
                        <m:supHide m:val="on"/>
                        <m:ctrlPr>
                          <a:rPr lang="en-US" b="0" i="1" smtClean="0">
                            <a:latin typeface="Cambria Math" panose="02040503050406030204" pitchFamily="18" charset="0"/>
                          </a:rPr>
                        </m:ctrlPr>
                      </m:naryPr>
                      <m:sub>
                        <m:r>
                          <m:rPr>
                            <m:brk m:alnAt="7"/>
                          </m:rPr>
                          <a:rPr lang="en-US" b="0" i="1" smtClean="0">
                            <a:latin typeface="Cambria Math" panose="02040503050406030204" pitchFamily="18" charset="0"/>
                          </a:rPr>
                          <m:t>𝑗</m:t>
                        </m:r>
                      </m:sub>
                      <m:sup/>
                      <m:e>
                        <m:sSub>
                          <m:sSubPr>
                            <m:ctrlPr>
                              <a:rPr lang="en-US" b="0" i="1" smtClean="0">
                                <a:solidFill>
                                  <a:srgbClr val="FF0000"/>
                                </a:solidFill>
                                <a:latin typeface="Cambria Math" panose="02040503050406030204" pitchFamily="18" charset="0"/>
                              </a:rPr>
                            </m:ctrlPr>
                          </m:sSubPr>
                          <m:e>
                            <m:r>
                              <a:rPr lang="en-US" b="0" i="1" smtClean="0">
                                <a:solidFill>
                                  <a:srgbClr val="FF0000"/>
                                </a:solidFill>
                                <a:latin typeface="Cambria Math" panose="02040503050406030204" pitchFamily="18" charset="0"/>
                              </a:rPr>
                              <m:t>𝑇</m:t>
                            </m:r>
                          </m:e>
                          <m:sub>
                            <m:r>
                              <a:rPr lang="en-US" b="0" i="1" smtClean="0">
                                <a:solidFill>
                                  <a:srgbClr val="FF0000"/>
                                </a:solidFill>
                                <a:latin typeface="Cambria Math" panose="02040503050406030204" pitchFamily="18" charset="0"/>
                              </a:rPr>
                              <m:t>𝑖𝑗</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𝑗</m:t>
                            </m:r>
                          </m:sub>
                        </m:sSub>
                      </m:e>
                    </m:nary>
                  </m:oMath>
                </a14:m>
                <a:r>
                  <a:rPr lang="en-US" dirty="0"/>
                  <a:t> </a:t>
                </a:r>
                <a:r>
                  <a:rPr lang="en-US" dirty="0">
                    <a:latin typeface="Arial Narrow" panose="020B0604020202020204" pitchFamily="34" charset="0"/>
                    <a:cs typeface="Arial Narrow" panose="020B0604020202020204" pitchFamily="34" charset="0"/>
                  </a:rPr>
                  <a:t>(Hansen, 1959)</a:t>
                </a:r>
              </a:p>
            </p:txBody>
          </p:sp>
        </mc:Choice>
        <mc:Fallback xmlns="">
          <p:sp>
            <p:nvSpPr>
              <p:cNvPr id="68" name="TextBox 67">
                <a:extLst>
                  <a:ext uri="{FF2B5EF4-FFF2-40B4-BE49-F238E27FC236}">
                    <a16:creationId xmlns:a16="http://schemas.microsoft.com/office/drawing/2014/main" id="{8055CAA0-1A9E-F157-5127-30DFD239CBA6}"/>
                  </a:ext>
                </a:extLst>
              </p:cNvPr>
              <p:cNvSpPr txBox="1">
                <a:spLocks noRot="1" noChangeAspect="1" noMove="1" noResize="1" noEditPoints="1" noAdjustHandles="1" noChangeArrowheads="1" noChangeShapeType="1" noTextEdit="1"/>
              </p:cNvSpPr>
              <p:nvPr/>
            </p:nvSpPr>
            <p:spPr>
              <a:xfrm>
                <a:off x="4664667" y="1091792"/>
                <a:ext cx="3060903" cy="400879"/>
              </a:xfrm>
              <a:prstGeom prst="rect">
                <a:avLst/>
              </a:prstGeom>
              <a:blipFill>
                <a:blip r:embed="rId15"/>
                <a:stretch>
                  <a:fillRect t="-100000" r="-826" b="-14545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0A755CB1-007C-2E8A-7D19-D05CB29A5522}"/>
                  </a:ext>
                </a:extLst>
              </p:cNvPr>
              <p:cNvSpPr txBox="1"/>
              <p:nvPr/>
            </p:nvSpPr>
            <p:spPr>
              <a:xfrm>
                <a:off x="4956898" y="1703543"/>
                <a:ext cx="6928630" cy="967957"/>
              </a:xfrm>
              <a:prstGeom prst="rect">
                <a:avLst/>
              </a:prstGeom>
              <a:noFill/>
            </p:spPr>
            <p:txBody>
              <a:bodyPr wrap="square">
                <a:spAutoFit/>
              </a:bodyPr>
              <a:lstStyle/>
              <a:p>
                <a:pPr marL="285750" indent="-285750">
                  <a:buFont typeface="Arial" panose="020B0604020202020204" pitchFamily="34" charset="0"/>
                  <a:buChar char="•"/>
                </a:pP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𝑗</m:t>
                        </m:r>
                      </m:sub>
                    </m:sSub>
                  </m:oMath>
                </a14:m>
                <a:r>
                  <a:rPr lang="en-US" dirty="0">
                    <a:latin typeface="Arial Narrow" panose="020B0604020202020204" pitchFamily="34" charset="0"/>
                    <a:cs typeface="Arial Narrow" panose="020B0604020202020204" pitchFamily="34" charset="0"/>
                  </a:rPr>
                  <a:t>: Supply capacity at location </a:t>
                </a:r>
                <a14:m>
                  <m:oMath xmlns:m="http://schemas.openxmlformats.org/officeDocument/2006/math">
                    <m:r>
                      <a:rPr lang="en-US" i="1" dirty="0" smtClean="0">
                        <a:latin typeface="Cambria Math" panose="02040503050406030204" pitchFamily="18" charset="0"/>
                        <a:cs typeface="Arial Narrow" panose="020B0604020202020204" pitchFamily="34" charset="0"/>
                      </a:rPr>
                      <m:t>𝑗</m:t>
                    </m:r>
                  </m:oMath>
                </a14:m>
                <a:endParaRPr lang="en-US" dirty="0">
                  <a:latin typeface="Arial Narrow" panose="020B0604020202020204" pitchFamily="34" charset="0"/>
                  <a:cs typeface="Arial Narrow" panose="020B0604020202020204" pitchFamily="34" charset="0"/>
                </a:endParaRPr>
              </a:p>
              <a:p>
                <a:pPr marL="285750" indent="-285750">
                  <a:buFont typeface="Arial" panose="020B0604020202020204" pitchFamily="34" charset="0"/>
                  <a:buChar char="•"/>
                </a:pPr>
                <a14:m>
                  <m:oMath xmlns:m="http://schemas.openxmlformats.org/officeDocument/2006/math">
                    <m:sSub>
                      <m:sSubPr>
                        <m:ctrlPr>
                          <a:rPr lang="en-US" i="1">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𝑖</m:t>
                        </m:r>
                        <m:r>
                          <a:rPr lang="en-US" i="1">
                            <a:latin typeface="Cambria Math" panose="02040503050406030204" pitchFamily="18" charset="0"/>
                          </a:rPr>
                          <m:t>𝑗</m:t>
                        </m:r>
                      </m:sub>
                    </m:sSub>
                  </m:oMath>
                </a14:m>
                <a:r>
                  <a:rPr lang="en-US" dirty="0">
                    <a:latin typeface="Arial Narrow" panose="020B0604020202020204" pitchFamily="34" charset="0"/>
                    <a:cs typeface="Arial Narrow" panose="020B0604020202020204" pitchFamily="34" charset="0"/>
                  </a:rPr>
                  <a:t>: Travel cost (impedance) from demand (origin) </a:t>
                </a:r>
                <a14:m>
                  <m:oMath xmlns:m="http://schemas.openxmlformats.org/officeDocument/2006/math">
                    <m:r>
                      <a:rPr lang="en-US" i="1" dirty="0" smtClean="0">
                        <a:latin typeface="Cambria Math" panose="02040503050406030204" pitchFamily="18" charset="0"/>
                        <a:cs typeface="Arial Narrow" panose="020B0604020202020204" pitchFamily="34" charset="0"/>
                      </a:rPr>
                      <m:t>𝑖</m:t>
                    </m:r>
                  </m:oMath>
                </a14:m>
                <a:r>
                  <a:rPr lang="en-US" dirty="0">
                    <a:latin typeface="Arial Narrow" panose="020B0604020202020204" pitchFamily="34" charset="0"/>
                    <a:cs typeface="Arial Narrow" panose="020B0604020202020204" pitchFamily="34" charset="0"/>
                  </a:rPr>
                  <a:t> to supply (destination) </a:t>
                </a:r>
                <a14:m>
                  <m:oMath xmlns:m="http://schemas.openxmlformats.org/officeDocument/2006/math">
                    <m:r>
                      <a:rPr lang="en-US" i="1" dirty="0" smtClean="0">
                        <a:latin typeface="Cambria Math" panose="02040503050406030204" pitchFamily="18" charset="0"/>
                        <a:cs typeface="Arial Narrow" panose="020B0604020202020204" pitchFamily="34" charset="0"/>
                      </a:rPr>
                      <m:t>𝑗</m:t>
                    </m:r>
                  </m:oMath>
                </a14:m>
                <a:endParaRPr lang="en-US" dirty="0">
                  <a:latin typeface="Arial Narrow" panose="020B0604020202020204" pitchFamily="34" charset="0"/>
                  <a:cs typeface="Arial Narrow" panose="020B0604020202020204" pitchFamily="34" charset="0"/>
                </a:endParaRPr>
              </a:p>
              <a:p>
                <a:pPr lvl="1"/>
                <a:r>
                  <a:rPr lang="en-US" sz="1600" dirty="0">
                    <a:latin typeface="Arial Narrow" panose="020B0604020202020204" pitchFamily="34" charset="0"/>
                    <a:cs typeface="Arial Narrow" panose="020B0604020202020204" pitchFamily="34" charset="0"/>
                  </a:rPr>
                  <a:t>(travel time or distance between </a:t>
                </a:r>
                <a14:m>
                  <m:oMath xmlns:m="http://schemas.openxmlformats.org/officeDocument/2006/math">
                    <m:r>
                      <a:rPr lang="en-US" sz="1600" i="1" dirty="0">
                        <a:latin typeface="Cambria Math" panose="02040503050406030204" pitchFamily="18" charset="0"/>
                        <a:cs typeface="Arial Narrow" panose="020B0604020202020204" pitchFamily="34" charset="0"/>
                      </a:rPr>
                      <m:t>𝑖</m:t>
                    </m:r>
                  </m:oMath>
                </a14:m>
                <a:r>
                  <a:rPr lang="en-US" sz="1600" dirty="0">
                    <a:latin typeface="Arial Narrow" panose="020B0604020202020204" pitchFamily="34" charset="0"/>
                    <a:cs typeface="Arial Narrow" panose="020B0604020202020204" pitchFamily="34" charset="0"/>
                  </a:rPr>
                  <a:t> and </a:t>
                </a:r>
                <a14:m>
                  <m:oMath xmlns:m="http://schemas.openxmlformats.org/officeDocument/2006/math">
                    <m:r>
                      <a:rPr lang="en-US" sz="1600" b="0" i="1" dirty="0" smtClean="0">
                        <a:latin typeface="Cambria Math" panose="02040503050406030204" pitchFamily="18" charset="0"/>
                        <a:cs typeface="Arial Narrow" panose="020B0604020202020204" pitchFamily="34" charset="0"/>
                      </a:rPr>
                      <m:t>𝑗</m:t>
                    </m:r>
                  </m:oMath>
                </a14:m>
                <a:r>
                  <a:rPr lang="en-US" sz="1600" dirty="0">
                    <a:latin typeface="Arial Narrow" panose="020B0604020202020204" pitchFamily="34" charset="0"/>
                    <a:cs typeface="Arial Narrow" panose="020B0604020202020204" pitchFamily="34" charset="0"/>
                  </a:rPr>
                  <a:t>)</a:t>
                </a:r>
              </a:p>
            </p:txBody>
          </p:sp>
        </mc:Choice>
        <mc:Fallback xmlns="">
          <p:sp>
            <p:nvSpPr>
              <p:cNvPr id="70" name="TextBox 69">
                <a:extLst>
                  <a:ext uri="{FF2B5EF4-FFF2-40B4-BE49-F238E27FC236}">
                    <a16:creationId xmlns:a16="http://schemas.microsoft.com/office/drawing/2014/main" id="{0A755CB1-007C-2E8A-7D19-D05CB29A5522}"/>
                  </a:ext>
                </a:extLst>
              </p:cNvPr>
              <p:cNvSpPr txBox="1">
                <a:spLocks noRot="1" noChangeAspect="1" noMove="1" noResize="1" noEditPoints="1" noAdjustHandles="1" noChangeArrowheads="1" noChangeShapeType="1" noTextEdit="1"/>
              </p:cNvSpPr>
              <p:nvPr/>
            </p:nvSpPr>
            <p:spPr>
              <a:xfrm>
                <a:off x="4956898" y="1703543"/>
                <a:ext cx="6928630" cy="967957"/>
              </a:xfrm>
              <a:prstGeom prst="rect">
                <a:avLst/>
              </a:prstGeom>
              <a:blipFill>
                <a:blip r:embed="rId16"/>
                <a:stretch>
                  <a:fillRect l="-548" t="-2564" b="-384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1B09C888-FB2D-0256-CD90-5CF0FFF393A0}"/>
                  </a:ext>
                </a:extLst>
              </p:cNvPr>
              <p:cNvSpPr txBox="1"/>
              <p:nvPr/>
            </p:nvSpPr>
            <p:spPr>
              <a:xfrm>
                <a:off x="4664667" y="3574104"/>
                <a:ext cx="1777666" cy="400879"/>
              </a:xfrm>
              <a:prstGeom prst="rect">
                <a:avLst/>
              </a:prstGeom>
              <a:noFill/>
            </p:spPr>
            <p:txBody>
              <a:bodyPr wrap="none" rtlCol="0">
                <a:spAutoFit/>
              </a:bodyPr>
              <a:lstStyle/>
              <a:p>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𝐴𝐶𝐶</m:t>
                        </m:r>
                      </m:e>
                      <m:sub>
                        <m:r>
                          <a:rPr lang="en-US" b="0" i="1" smtClean="0">
                            <a:latin typeface="Cambria Math" panose="02040503050406030204" pitchFamily="18" charset="0"/>
                          </a:rPr>
                          <m:t>𝑖</m:t>
                        </m:r>
                      </m:sub>
                    </m:sSub>
                    <m:r>
                      <a:rPr lang="en-US" b="0" i="1" smtClean="0">
                        <a:latin typeface="Cambria Math" panose="02040503050406030204" pitchFamily="18" charset="0"/>
                      </a:rPr>
                      <m:t>=</m:t>
                    </m:r>
                    <m:nary>
                      <m:naryPr>
                        <m:chr m:val="∑"/>
                        <m:supHide m:val="on"/>
                        <m:ctrlPr>
                          <a:rPr lang="en-US" b="0" i="1" smtClean="0">
                            <a:latin typeface="Cambria Math" panose="02040503050406030204" pitchFamily="18" charset="0"/>
                          </a:rPr>
                        </m:ctrlPr>
                      </m:naryPr>
                      <m:sub>
                        <m:r>
                          <m:rPr>
                            <m:brk m:alnAt="7"/>
                          </m:rPr>
                          <a:rPr lang="en-US" b="0" i="1" smtClean="0">
                            <a:latin typeface="Cambria Math" panose="02040503050406030204" pitchFamily="18" charset="0"/>
                          </a:rPr>
                          <m:t>𝑗</m:t>
                        </m:r>
                      </m:sub>
                      <m:sup/>
                      <m:e>
                        <m:sSub>
                          <m:sSubPr>
                            <m:ctrlPr>
                              <a:rPr lang="en-US" b="0" i="1" smtClean="0">
                                <a:solidFill>
                                  <a:srgbClr val="FF0000"/>
                                </a:solidFill>
                                <a:latin typeface="Cambria Math" panose="02040503050406030204" pitchFamily="18" charset="0"/>
                              </a:rPr>
                            </m:ctrlPr>
                          </m:sSubPr>
                          <m:e>
                            <m:r>
                              <a:rPr lang="en-US" b="0" i="1" smtClean="0">
                                <a:solidFill>
                                  <a:srgbClr val="FF0000"/>
                                </a:solidFill>
                                <a:latin typeface="Cambria Math" panose="02040503050406030204" pitchFamily="18" charset="0"/>
                                <a:ea typeface="Cambria Math" panose="02040503050406030204" pitchFamily="18" charset="0"/>
                              </a:rPr>
                              <m:t>𝛼</m:t>
                            </m:r>
                          </m:e>
                          <m:sub>
                            <m:r>
                              <a:rPr lang="en-US" b="0" i="1" smtClean="0">
                                <a:solidFill>
                                  <a:srgbClr val="FF0000"/>
                                </a:solidFill>
                                <a:latin typeface="Cambria Math" panose="02040503050406030204" pitchFamily="18" charset="0"/>
                              </a:rPr>
                              <m:t>𝑖𝑗</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𝑗</m:t>
                            </m:r>
                          </m:sub>
                        </m:sSub>
                      </m:e>
                    </m:nary>
                  </m:oMath>
                </a14:m>
                <a:r>
                  <a:rPr lang="en-US" dirty="0"/>
                  <a:t> </a:t>
                </a:r>
              </a:p>
            </p:txBody>
          </p:sp>
        </mc:Choice>
        <mc:Fallback xmlns="">
          <p:sp>
            <p:nvSpPr>
              <p:cNvPr id="71" name="TextBox 70">
                <a:extLst>
                  <a:ext uri="{FF2B5EF4-FFF2-40B4-BE49-F238E27FC236}">
                    <a16:creationId xmlns:a16="http://schemas.microsoft.com/office/drawing/2014/main" id="{1B09C888-FB2D-0256-CD90-5CF0FFF393A0}"/>
                  </a:ext>
                </a:extLst>
              </p:cNvPr>
              <p:cNvSpPr txBox="1">
                <a:spLocks noRot="1" noChangeAspect="1" noMove="1" noResize="1" noEditPoints="1" noAdjustHandles="1" noChangeArrowheads="1" noChangeShapeType="1" noTextEdit="1"/>
              </p:cNvSpPr>
              <p:nvPr/>
            </p:nvSpPr>
            <p:spPr>
              <a:xfrm>
                <a:off x="4664667" y="3574104"/>
                <a:ext cx="1777666" cy="400879"/>
              </a:xfrm>
              <a:prstGeom prst="rect">
                <a:avLst/>
              </a:prstGeom>
              <a:blipFill>
                <a:blip r:embed="rId17"/>
                <a:stretch>
                  <a:fillRect t="-103125" b="-15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2E870108-EC7D-C43E-03F7-D0753F19E26A}"/>
                  </a:ext>
                </a:extLst>
              </p:cNvPr>
              <p:cNvSpPr txBox="1"/>
              <p:nvPr/>
            </p:nvSpPr>
            <p:spPr>
              <a:xfrm>
                <a:off x="4956898" y="4187475"/>
                <a:ext cx="6928630" cy="690958"/>
              </a:xfrm>
              <a:prstGeom prst="rect">
                <a:avLst/>
              </a:prstGeom>
              <a:noFill/>
            </p:spPr>
            <p:txBody>
              <a:bodyPr wrap="square">
                <a:spAutoFit/>
              </a:bodyPr>
              <a:lstStyle/>
              <a:p>
                <a:pPr marL="285750" indent="-285750">
                  <a:buFont typeface="Arial" panose="020B0604020202020204" pitchFamily="34" charset="0"/>
                  <a:buChar char="•"/>
                </a:pP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𝑗</m:t>
                        </m:r>
                      </m:sub>
                    </m:sSub>
                  </m:oMath>
                </a14:m>
                <a:r>
                  <a:rPr lang="en-US" dirty="0">
                    <a:latin typeface="Arial Narrow" panose="020B0604020202020204" pitchFamily="34" charset="0"/>
                    <a:cs typeface="Arial Narrow" panose="020B0604020202020204" pitchFamily="34" charset="0"/>
                  </a:rPr>
                  <a:t>: Supply capacity at location </a:t>
                </a:r>
                <a14:m>
                  <m:oMath xmlns:m="http://schemas.openxmlformats.org/officeDocument/2006/math">
                    <m:r>
                      <a:rPr lang="en-US" i="1" dirty="0" smtClean="0">
                        <a:latin typeface="Cambria Math" panose="02040503050406030204" pitchFamily="18" charset="0"/>
                        <a:cs typeface="Arial Narrow" panose="020B0604020202020204" pitchFamily="34" charset="0"/>
                      </a:rPr>
                      <m:t>𝑗</m:t>
                    </m:r>
                  </m:oMath>
                </a14:m>
                <a:endParaRPr lang="en-US" dirty="0">
                  <a:latin typeface="Arial Narrow" panose="020B0604020202020204" pitchFamily="34" charset="0"/>
                  <a:cs typeface="Arial Narrow" panose="020B0604020202020204" pitchFamily="34" charset="0"/>
                </a:endParaRPr>
              </a:p>
              <a:p>
                <a:pPr marL="285750" indent="-285750">
                  <a:buFont typeface="Arial" panose="020B0604020202020204" pitchFamily="34" charset="0"/>
                  <a:buChar char="•"/>
                </a:pPr>
                <a14:m>
                  <m:oMath xmlns:m="http://schemas.openxmlformats.org/officeDocument/2006/math">
                    <m:sSub>
                      <m:sSubPr>
                        <m:ctrlPr>
                          <a:rPr lang="en-US" i="1">
                            <a:latin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𝛼</m:t>
                        </m:r>
                      </m:e>
                      <m:sub>
                        <m:r>
                          <a:rPr lang="en-US" b="0" i="1" smtClean="0">
                            <a:latin typeface="Cambria Math" panose="02040503050406030204" pitchFamily="18" charset="0"/>
                          </a:rPr>
                          <m:t>𝑖</m:t>
                        </m:r>
                        <m:r>
                          <a:rPr lang="en-US" i="1">
                            <a:latin typeface="Cambria Math" panose="02040503050406030204" pitchFamily="18" charset="0"/>
                          </a:rPr>
                          <m:t>𝑗</m:t>
                        </m:r>
                      </m:sub>
                    </m:sSub>
                  </m:oMath>
                </a14:m>
                <a:r>
                  <a:rPr lang="en-US" dirty="0">
                    <a:latin typeface="Arial Narrow" panose="020B0604020202020204" pitchFamily="34" charset="0"/>
                    <a:cs typeface="Arial Narrow" panose="020B0604020202020204" pitchFamily="34" charset="0"/>
                  </a:rPr>
                  <a:t>: Attention coefficient from demand (origin) </a:t>
                </a:r>
                <a14:m>
                  <m:oMath xmlns:m="http://schemas.openxmlformats.org/officeDocument/2006/math">
                    <m:r>
                      <a:rPr lang="en-US" i="1" dirty="0" smtClean="0">
                        <a:latin typeface="Cambria Math" panose="02040503050406030204" pitchFamily="18" charset="0"/>
                        <a:cs typeface="Arial Narrow" panose="020B0604020202020204" pitchFamily="34" charset="0"/>
                      </a:rPr>
                      <m:t>𝑖</m:t>
                    </m:r>
                  </m:oMath>
                </a14:m>
                <a:r>
                  <a:rPr lang="en-US" dirty="0">
                    <a:latin typeface="Arial Narrow" panose="020B0604020202020204" pitchFamily="34" charset="0"/>
                    <a:cs typeface="Arial Narrow" panose="020B0604020202020204" pitchFamily="34" charset="0"/>
                  </a:rPr>
                  <a:t> to supply (destination) </a:t>
                </a:r>
                <a14:m>
                  <m:oMath xmlns:m="http://schemas.openxmlformats.org/officeDocument/2006/math">
                    <m:r>
                      <a:rPr lang="en-US" i="1" dirty="0" smtClean="0">
                        <a:latin typeface="Cambria Math" panose="02040503050406030204" pitchFamily="18" charset="0"/>
                        <a:cs typeface="Arial Narrow" panose="020B0604020202020204" pitchFamily="34" charset="0"/>
                      </a:rPr>
                      <m:t>𝑗</m:t>
                    </m:r>
                  </m:oMath>
                </a14:m>
                <a:endParaRPr lang="en-US" dirty="0">
                  <a:latin typeface="Arial Narrow" panose="020B0604020202020204" pitchFamily="34" charset="0"/>
                  <a:cs typeface="Arial Narrow" panose="020B0604020202020204" pitchFamily="34" charset="0"/>
                </a:endParaRPr>
              </a:p>
            </p:txBody>
          </p:sp>
        </mc:Choice>
        <mc:Fallback xmlns="">
          <p:sp>
            <p:nvSpPr>
              <p:cNvPr id="72" name="TextBox 71">
                <a:extLst>
                  <a:ext uri="{FF2B5EF4-FFF2-40B4-BE49-F238E27FC236}">
                    <a16:creationId xmlns:a16="http://schemas.microsoft.com/office/drawing/2014/main" id="{2E870108-EC7D-C43E-03F7-D0753F19E26A}"/>
                  </a:ext>
                </a:extLst>
              </p:cNvPr>
              <p:cNvSpPr txBox="1">
                <a:spLocks noRot="1" noChangeAspect="1" noMove="1" noResize="1" noEditPoints="1" noAdjustHandles="1" noChangeArrowheads="1" noChangeShapeType="1" noTextEdit="1"/>
              </p:cNvSpPr>
              <p:nvPr/>
            </p:nvSpPr>
            <p:spPr>
              <a:xfrm>
                <a:off x="4956898" y="4187475"/>
                <a:ext cx="6928630" cy="690958"/>
              </a:xfrm>
              <a:prstGeom prst="rect">
                <a:avLst/>
              </a:prstGeom>
              <a:blipFill>
                <a:blip r:embed="rId18"/>
                <a:stretch>
                  <a:fillRect l="-548" t="-5455" b="-10909"/>
                </a:stretch>
              </a:blipFill>
            </p:spPr>
            <p:txBody>
              <a:bodyPr/>
              <a:lstStyle/>
              <a:p>
                <a:r>
                  <a:rPr lang="en-US">
                    <a:noFill/>
                  </a:rPr>
                  <a:t> </a:t>
                </a:r>
              </a:p>
            </p:txBody>
          </p:sp>
        </mc:Fallback>
      </mc:AlternateContent>
      <p:sp>
        <p:nvSpPr>
          <p:cNvPr id="73" name="Left Arrow 72">
            <a:extLst>
              <a:ext uri="{FF2B5EF4-FFF2-40B4-BE49-F238E27FC236}">
                <a16:creationId xmlns:a16="http://schemas.microsoft.com/office/drawing/2014/main" id="{FD89A3AD-4DAF-FAA5-40AF-FEC6B47A32B1}"/>
              </a:ext>
            </a:extLst>
          </p:cNvPr>
          <p:cNvSpPr/>
          <p:nvPr/>
        </p:nvSpPr>
        <p:spPr>
          <a:xfrm rot="5400000" flipH="1">
            <a:off x="8062040" y="2847882"/>
            <a:ext cx="542828" cy="484632"/>
          </a:xfrm>
          <a:prstGeom prst="leftArrow">
            <a:avLst/>
          </a:prstGeom>
          <a:solidFill>
            <a:schemeClr val="bg2">
              <a:lumMod val="90000"/>
            </a:schemeClr>
          </a:solidFill>
          <a:ln>
            <a:solidFill>
              <a:srgbClr val="02553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4405259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F677083F-7DB0-D63D-34A8-D86F00B3E41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F341E95-24E7-05DB-7CA5-CFB7DC7DD09F}"/>
              </a:ext>
            </a:extLst>
          </p:cNvPr>
          <p:cNvSpPr txBox="1"/>
          <p:nvPr/>
        </p:nvSpPr>
        <p:spPr>
          <a:xfrm>
            <a:off x="54000" y="54000"/>
            <a:ext cx="6370334" cy="461665"/>
          </a:xfrm>
          <a:prstGeom prst="rect">
            <a:avLst/>
          </a:prstGeom>
          <a:noFill/>
        </p:spPr>
        <p:txBody>
          <a:bodyPr wrap="none" rtlCol="0">
            <a:spAutoFit/>
          </a:bodyPr>
          <a:lstStyle/>
          <a:p>
            <a:r>
              <a:rPr lang="en-US" sz="2400" b="1" dirty="0">
                <a:latin typeface="Cambria" panose="02040503050406030204" pitchFamily="18" charset="0"/>
              </a:rPr>
              <a:t>Spatial Accessibility Measurement with GAT</a:t>
            </a:r>
          </a:p>
        </p:txBody>
      </p:sp>
      <p:sp>
        <p:nvSpPr>
          <p:cNvPr id="3" name="Slide Number Placeholder 2">
            <a:extLst>
              <a:ext uri="{FF2B5EF4-FFF2-40B4-BE49-F238E27FC236}">
                <a16:creationId xmlns:a16="http://schemas.microsoft.com/office/drawing/2014/main" id="{62EB89C3-D25D-CDC2-72D9-57A626628CCB}"/>
              </a:ext>
            </a:extLst>
          </p:cNvPr>
          <p:cNvSpPr>
            <a:spLocks noGrp="1"/>
          </p:cNvSpPr>
          <p:nvPr>
            <p:ph type="sldNum" sz="quarter" idx="12"/>
          </p:nvPr>
        </p:nvSpPr>
        <p:spPr/>
        <p:txBody>
          <a:bodyPr/>
          <a:lstStyle/>
          <a:p>
            <a:fld id="{34669F9B-C74E-1E47-8F30-C84D54984EEE}" type="slidenum">
              <a:rPr lang="en-US" smtClean="0"/>
              <a:t>4</a:t>
            </a:fld>
            <a:endParaRPr lang="en-US"/>
          </a:p>
        </p:txBody>
      </p:sp>
      <p:grpSp>
        <p:nvGrpSpPr>
          <p:cNvPr id="2" name="Group 1">
            <a:extLst>
              <a:ext uri="{FF2B5EF4-FFF2-40B4-BE49-F238E27FC236}">
                <a16:creationId xmlns:a16="http://schemas.microsoft.com/office/drawing/2014/main" id="{A24DE1BD-2A55-3996-F7B7-2C60CA088949}"/>
              </a:ext>
            </a:extLst>
          </p:cNvPr>
          <p:cNvGrpSpPr/>
          <p:nvPr/>
        </p:nvGrpSpPr>
        <p:grpSpPr>
          <a:xfrm rot="16200000">
            <a:off x="347107" y="1219191"/>
            <a:ext cx="4110727" cy="3607544"/>
            <a:chOff x="3756813" y="2822209"/>
            <a:chExt cx="4110727" cy="3118046"/>
          </a:xfrm>
        </p:grpSpPr>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5DD417D8-AB03-7198-322C-66CDFFEFEEC4}"/>
                    </a:ext>
                  </a:extLst>
                </p:cNvPr>
                <p:cNvSpPr/>
                <p:nvPr/>
              </p:nvSpPr>
              <p:spPr>
                <a:xfrm rot="5400000">
                  <a:off x="7270536" y="2735162"/>
                  <a:ext cx="509954" cy="684055"/>
                </a:xfrm>
                <a:prstGeom prst="ellipse">
                  <a:avLst/>
                </a:prstGeom>
                <a:solidFill>
                  <a:schemeClr val="accent2">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acc>
                          <m:accPr>
                            <m:chr m:val="⃗"/>
                            <m:ctrlPr>
                              <a:rPr lang="en-US" i="1" smtClean="0">
                                <a:solidFill>
                                  <a:schemeClr val="tx1"/>
                                </a:solidFill>
                                <a:latin typeface="Cambria Math" panose="02040503050406030204" pitchFamily="18" charset="0"/>
                              </a:rPr>
                            </m:ctrlPr>
                          </m:accPr>
                          <m:e>
                            <m:sSubSup>
                              <m:sSubSupPr>
                                <m:ctrlPr>
                                  <a:rPr lang="en-US" i="1">
                                    <a:solidFill>
                                      <a:schemeClr val="tx1"/>
                                    </a:solidFill>
                                    <a:latin typeface="Cambria Math" panose="02040503050406030204" pitchFamily="18" charset="0"/>
                                  </a:rPr>
                                </m:ctrlPr>
                              </m:sSubSupPr>
                              <m:e>
                                <m:r>
                                  <a:rPr lang="en-US" i="1">
                                    <a:solidFill>
                                      <a:schemeClr val="tx1"/>
                                    </a:solidFill>
                                    <a:latin typeface="Cambria Math" panose="02040503050406030204" pitchFamily="18" charset="0"/>
                                  </a:rPr>
                                  <m:t>h</m:t>
                                </m:r>
                              </m:e>
                              <m:sub>
                                <m:r>
                                  <a:rPr lang="en-US" i="1">
                                    <a:solidFill>
                                      <a:schemeClr val="tx1"/>
                                    </a:solidFill>
                                    <a:latin typeface="Cambria Math" panose="02040503050406030204" pitchFamily="18" charset="0"/>
                                  </a:rPr>
                                  <m:t>1</m:t>
                                </m:r>
                              </m:sub>
                              <m:sup>
                                <m:r>
                                  <a:rPr lang="en-US" i="1">
                                    <a:solidFill>
                                      <a:schemeClr val="tx1"/>
                                    </a:solidFill>
                                    <a:latin typeface="Cambria Math" panose="02040503050406030204" pitchFamily="18" charset="0"/>
                                  </a:rPr>
                                  <m:t>𝑜</m:t>
                                </m:r>
                              </m:sup>
                            </m:sSubSup>
                          </m:e>
                        </m:acc>
                      </m:oMath>
                    </m:oMathPara>
                  </a14:m>
                  <a:endParaRPr lang="en-US" dirty="0">
                    <a:solidFill>
                      <a:schemeClr val="tx1"/>
                    </a:solidFill>
                  </a:endParaRPr>
                </a:p>
              </p:txBody>
            </p:sp>
          </mc:Choice>
          <mc:Fallback xmlns="">
            <p:sp>
              <p:nvSpPr>
                <p:cNvPr id="6" name="Oval 5">
                  <a:extLst>
                    <a:ext uri="{FF2B5EF4-FFF2-40B4-BE49-F238E27FC236}">
                      <a16:creationId xmlns:a16="http://schemas.microsoft.com/office/drawing/2014/main" id="{5DD417D8-AB03-7198-322C-66CDFFEFEEC4}"/>
                    </a:ext>
                  </a:extLst>
                </p:cNvPr>
                <p:cNvSpPr>
                  <a:spLocks noRot="1" noChangeAspect="1" noMove="1" noResize="1" noEditPoints="1" noAdjustHandles="1" noChangeArrowheads="1" noChangeShapeType="1" noTextEdit="1"/>
                </p:cNvSpPr>
                <p:nvPr/>
              </p:nvSpPr>
              <p:spPr>
                <a:xfrm rot="5400000">
                  <a:off x="7270536" y="2735162"/>
                  <a:ext cx="509954" cy="684055"/>
                </a:xfrm>
                <a:prstGeom prst="ellipse">
                  <a:avLst/>
                </a:prstGeom>
                <a:blipFill>
                  <a:blip r:embed="rId4"/>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Oval 7">
                  <a:extLst>
                    <a:ext uri="{FF2B5EF4-FFF2-40B4-BE49-F238E27FC236}">
                      <a16:creationId xmlns:a16="http://schemas.microsoft.com/office/drawing/2014/main" id="{702B7400-DF40-981B-5C44-EEEC79BA06D0}"/>
                    </a:ext>
                  </a:extLst>
                </p:cNvPr>
                <p:cNvSpPr/>
                <p:nvPr/>
              </p:nvSpPr>
              <p:spPr>
                <a:xfrm rot="5400000">
                  <a:off x="6343340" y="2735162"/>
                  <a:ext cx="509954" cy="684055"/>
                </a:xfrm>
                <a:prstGeom prst="ellipse">
                  <a:avLst/>
                </a:prstGeom>
                <a:solidFill>
                  <a:schemeClr val="accent2">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acc>
                          <m:accPr>
                            <m:chr m:val="⃗"/>
                            <m:ctrlPr>
                              <a:rPr lang="en-US" i="1" smtClean="0">
                                <a:solidFill>
                                  <a:schemeClr val="tx1"/>
                                </a:solidFill>
                                <a:latin typeface="Cambria Math" panose="02040503050406030204" pitchFamily="18" charset="0"/>
                              </a:rPr>
                            </m:ctrlPr>
                          </m:accPr>
                          <m:e>
                            <m:sSubSup>
                              <m:sSubSupPr>
                                <m:ctrlPr>
                                  <a:rPr lang="en-US" i="1">
                                    <a:solidFill>
                                      <a:schemeClr val="tx1"/>
                                    </a:solidFill>
                                    <a:latin typeface="Cambria Math" panose="02040503050406030204" pitchFamily="18" charset="0"/>
                                  </a:rPr>
                                </m:ctrlPr>
                              </m:sSubSupPr>
                              <m:e>
                                <m:r>
                                  <a:rPr lang="en-US" i="1">
                                    <a:solidFill>
                                      <a:schemeClr val="tx1"/>
                                    </a:solidFill>
                                    <a:latin typeface="Cambria Math" panose="02040503050406030204" pitchFamily="18" charset="0"/>
                                  </a:rPr>
                                  <m:t>h</m:t>
                                </m:r>
                              </m:e>
                              <m:sub>
                                <m:r>
                                  <a:rPr lang="en-US" b="0" i="1" smtClean="0">
                                    <a:solidFill>
                                      <a:schemeClr val="tx1"/>
                                    </a:solidFill>
                                    <a:latin typeface="Cambria Math" panose="02040503050406030204" pitchFamily="18" charset="0"/>
                                  </a:rPr>
                                  <m:t>2</m:t>
                                </m:r>
                              </m:sub>
                              <m:sup>
                                <m:r>
                                  <a:rPr lang="en-US" i="1">
                                    <a:solidFill>
                                      <a:schemeClr val="tx1"/>
                                    </a:solidFill>
                                    <a:latin typeface="Cambria Math" panose="02040503050406030204" pitchFamily="18" charset="0"/>
                                  </a:rPr>
                                  <m:t>𝑜</m:t>
                                </m:r>
                              </m:sup>
                            </m:sSubSup>
                          </m:e>
                        </m:acc>
                      </m:oMath>
                    </m:oMathPara>
                  </a14:m>
                  <a:endParaRPr lang="en-US" dirty="0"/>
                </a:p>
              </p:txBody>
            </p:sp>
          </mc:Choice>
          <mc:Fallback xmlns="">
            <p:sp>
              <p:nvSpPr>
                <p:cNvPr id="8" name="Oval 7">
                  <a:extLst>
                    <a:ext uri="{FF2B5EF4-FFF2-40B4-BE49-F238E27FC236}">
                      <a16:creationId xmlns:a16="http://schemas.microsoft.com/office/drawing/2014/main" id="{702B7400-DF40-981B-5C44-EEEC79BA06D0}"/>
                    </a:ext>
                  </a:extLst>
                </p:cNvPr>
                <p:cNvSpPr>
                  <a:spLocks noRot="1" noChangeAspect="1" noMove="1" noResize="1" noEditPoints="1" noAdjustHandles="1" noChangeArrowheads="1" noChangeShapeType="1" noTextEdit="1"/>
                </p:cNvSpPr>
                <p:nvPr/>
              </p:nvSpPr>
              <p:spPr>
                <a:xfrm rot="5400000">
                  <a:off x="6343340" y="2735162"/>
                  <a:ext cx="509954" cy="684055"/>
                </a:xfrm>
                <a:prstGeom prst="ellipse">
                  <a:avLst/>
                </a:prstGeom>
                <a:blipFill>
                  <a:blip r:embed="rId5"/>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Oval 14">
                  <a:extLst>
                    <a:ext uri="{FF2B5EF4-FFF2-40B4-BE49-F238E27FC236}">
                      <a16:creationId xmlns:a16="http://schemas.microsoft.com/office/drawing/2014/main" id="{9C2E33EA-DD0E-F086-6AE1-11C63EBC4C58}"/>
                    </a:ext>
                  </a:extLst>
                </p:cNvPr>
                <p:cNvSpPr/>
                <p:nvPr/>
              </p:nvSpPr>
              <p:spPr>
                <a:xfrm rot="5400000">
                  <a:off x="4771061" y="2735160"/>
                  <a:ext cx="509954" cy="684055"/>
                </a:xfrm>
                <a:prstGeom prst="ellipse">
                  <a:avLst/>
                </a:prstGeom>
                <a:solidFill>
                  <a:schemeClr val="accent2">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acc>
                          <m:accPr>
                            <m:chr m:val="⃗"/>
                            <m:ctrlPr>
                              <a:rPr lang="en-US" i="1" smtClean="0">
                                <a:solidFill>
                                  <a:schemeClr val="tx1"/>
                                </a:solidFill>
                                <a:latin typeface="Cambria Math" panose="02040503050406030204" pitchFamily="18" charset="0"/>
                              </a:rPr>
                            </m:ctrlPr>
                          </m:accPr>
                          <m:e>
                            <m:sSubSup>
                              <m:sSubSupPr>
                                <m:ctrlPr>
                                  <a:rPr lang="en-US" i="1">
                                    <a:solidFill>
                                      <a:schemeClr val="tx1"/>
                                    </a:solidFill>
                                    <a:latin typeface="Cambria Math" panose="02040503050406030204" pitchFamily="18" charset="0"/>
                                  </a:rPr>
                                </m:ctrlPr>
                              </m:sSubSupPr>
                              <m:e>
                                <m:r>
                                  <a:rPr lang="en-US" i="1">
                                    <a:solidFill>
                                      <a:schemeClr val="tx1"/>
                                    </a:solidFill>
                                    <a:latin typeface="Cambria Math" panose="02040503050406030204" pitchFamily="18" charset="0"/>
                                  </a:rPr>
                                  <m:t>h</m:t>
                                </m:r>
                              </m:e>
                              <m:sub>
                                <m:r>
                                  <a:rPr lang="en-US" b="0" i="1" smtClean="0">
                                    <a:solidFill>
                                      <a:schemeClr val="tx1"/>
                                    </a:solidFill>
                                    <a:latin typeface="Cambria Math" panose="02040503050406030204" pitchFamily="18" charset="0"/>
                                  </a:rPr>
                                  <m:t>𝑛</m:t>
                                </m:r>
                                <m:r>
                                  <a:rPr lang="en-US" b="0" i="1" smtClean="0">
                                    <a:solidFill>
                                      <a:schemeClr val="tx1"/>
                                    </a:solidFill>
                                    <a:latin typeface="Cambria Math" panose="02040503050406030204" pitchFamily="18" charset="0"/>
                                  </a:rPr>
                                  <m:t>−1</m:t>
                                </m:r>
                              </m:sub>
                              <m:sup>
                                <m:r>
                                  <a:rPr lang="en-US" i="1">
                                    <a:solidFill>
                                      <a:schemeClr val="tx1"/>
                                    </a:solidFill>
                                    <a:latin typeface="Cambria Math" panose="02040503050406030204" pitchFamily="18" charset="0"/>
                                  </a:rPr>
                                  <m:t>𝑜</m:t>
                                </m:r>
                              </m:sup>
                            </m:sSubSup>
                          </m:e>
                        </m:acc>
                      </m:oMath>
                    </m:oMathPara>
                  </a14:m>
                  <a:endParaRPr lang="en-US" dirty="0"/>
                </a:p>
              </p:txBody>
            </p:sp>
          </mc:Choice>
          <mc:Fallback xmlns="">
            <p:sp>
              <p:nvSpPr>
                <p:cNvPr id="15" name="Oval 14">
                  <a:extLst>
                    <a:ext uri="{FF2B5EF4-FFF2-40B4-BE49-F238E27FC236}">
                      <a16:creationId xmlns:a16="http://schemas.microsoft.com/office/drawing/2014/main" id="{9C2E33EA-DD0E-F086-6AE1-11C63EBC4C58}"/>
                    </a:ext>
                  </a:extLst>
                </p:cNvPr>
                <p:cNvSpPr>
                  <a:spLocks noRot="1" noChangeAspect="1" noMove="1" noResize="1" noEditPoints="1" noAdjustHandles="1" noChangeArrowheads="1" noChangeShapeType="1" noTextEdit="1"/>
                </p:cNvSpPr>
                <p:nvPr/>
              </p:nvSpPr>
              <p:spPr>
                <a:xfrm rot="5400000">
                  <a:off x="4771061" y="2735160"/>
                  <a:ext cx="509954" cy="684055"/>
                </a:xfrm>
                <a:prstGeom prst="ellipse">
                  <a:avLst/>
                </a:prstGeom>
                <a:blipFill>
                  <a:blip r:embed="rId6"/>
                  <a:stretch>
                    <a:fillRect l="-6122"/>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Oval 15">
                  <a:extLst>
                    <a:ext uri="{FF2B5EF4-FFF2-40B4-BE49-F238E27FC236}">
                      <a16:creationId xmlns:a16="http://schemas.microsoft.com/office/drawing/2014/main" id="{992E081F-82FB-6027-DEFC-6FA17772BD34}"/>
                    </a:ext>
                  </a:extLst>
                </p:cNvPr>
                <p:cNvSpPr/>
                <p:nvPr/>
              </p:nvSpPr>
              <p:spPr>
                <a:xfrm rot="5400000">
                  <a:off x="3843864" y="2735159"/>
                  <a:ext cx="509954" cy="684055"/>
                </a:xfrm>
                <a:prstGeom prst="ellipse">
                  <a:avLst/>
                </a:prstGeom>
                <a:solidFill>
                  <a:schemeClr val="accent2">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acc>
                          <m:accPr>
                            <m:chr m:val="⃗"/>
                            <m:ctrlPr>
                              <a:rPr lang="en-US" i="1" smtClean="0">
                                <a:solidFill>
                                  <a:schemeClr val="tx1"/>
                                </a:solidFill>
                                <a:latin typeface="Cambria Math" panose="02040503050406030204" pitchFamily="18" charset="0"/>
                              </a:rPr>
                            </m:ctrlPr>
                          </m:accPr>
                          <m:e>
                            <m:sSubSup>
                              <m:sSubSupPr>
                                <m:ctrlPr>
                                  <a:rPr lang="en-US" i="1">
                                    <a:solidFill>
                                      <a:schemeClr val="tx1"/>
                                    </a:solidFill>
                                    <a:latin typeface="Cambria Math" panose="02040503050406030204" pitchFamily="18" charset="0"/>
                                  </a:rPr>
                                </m:ctrlPr>
                              </m:sSubSupPr>
                              <m:e>
                                <m:r>
                                  <a:rPr lang="en-US" i="1">
                                    <a:solidFill>
                                      <a:schemeClr val="tx1"/>
                                    </a:solidFill>
                                    <a:latin typeface="Cambria Math" panose="02040503050406030204" pitchFamily="18" charset="0"/>
                                  </a:rPr>
                                  <m:t>h</m:t>
                                </m:r>
                              </m:e>
                              <m:sub>
                                <m:r>
                                  <a:rPr lang="en-US" b="0" i="1" smtClean="0">
                                    <a:solidFill>
                                      <a:schemeClr val="tx1"/>
                                    </a:solidFill>
                                    <a:latin typeface="Cambria Math" panose="02040503050406030204" pitchFamily="18" charset="0"/>
                                  </a:rPr>
                                  <m:t>𝑛</m:t>
                                </m:r>
                              </m:sub>
                              <m:sup>
                                <m:r>
                                  <a:rPr lang="en-US" i="1">
                                    <a:solidFill>
                                      <a:schemeClr val="tx1"/>
                                    </a:solidFill>
                                    <a:latin typeface="Cambria Math" panose="02040503050406030204" pitchFamily="18" charset="0"/>
                                  </a:rPr>
                                  <m:t>𝑜</m:t>
                                </m:r>
                              </m:sup>
                            </m:sSubSup>
                          </m:e>
                        </m:acc>
                      </m:oMath>
                    </m:oMathPara>
                  </a14:m>
                  <a:endParaRPr lang="en-US" dirty="0"/>
                </a:p>
              </p:txBody>
            </p:sp>
          </mc:Choice>
          <mc:Fallback xmlns="">
            <p:sp>
              <p:nvSpPr>
                <p:cNvPr id="16" name="Oval 15">
                  <a:extLst>
                    <a:ext uri="{FF2B5EF4-FFF2-40B4-BE49-F238E27FC236}">
                      <a16:creationId xmlns:a16="http://schemas.microsoft.com/office/drawing/2014/main" id="{992E081F-82FB-6027-DEFC-6FA17772BD34}"/>
                    </a:ext>
                  </a:extLst>
                </p:cNvPr>
                <p:cNvSpPr>
                  <a:spLocks noRot="1" noChangeAspect="1" noMove="1" noResize="1" noEditPoints="1" noAdjustHandles="1" noChangeArrowheads="1" noChangeShapeType="1" noTextEdit="1"/>
                </p:cNvSpPr>
                <p:nvPr/>
              </p:nvSpPr>
              <p:spPr>
                <a:xfrm rot="5400000">
                  <a:off x="3843864" y="2735159"/>
                  <a:ext cx="509954" cy="684055"/>
                </a:xfrm>
                <a:prstGeom prst="ellipse">
                  <a:avLst/>
                </a:prstGeom>
                <a:blipFill>
                  <a:blip r:embed="rId7"/>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Oval 16">
                  <a:extLst>
                    <a:ext uri="{FF2B5EF4-FFF2-40B4-BE49-F238E27FC236}">
                      <a16:creationId xmlns:a16="http://schemas.microsoft.com/office/drawing/2014/main" id="{EF0E9488-2E25-8EC7-FC55-1C18FD846BF9}"/>
                    </a:ext>
                  </a:extLst>
                </p:cNvPr>
                <p:cNvSpPr/>
                <p:nvPr/>
              </p:nvSpPr>
              <p:spPr>
                <a:xfrm rot="5400000">
                  <a:off x="6806938" y="5343250"/>
                  <a:ext cx="509954" cy="684055"/>
                </a:xfrm>
                <a:prstGeom prst="ellipse">
                  <a:avLst/>
                </a:prstGeom>
                <a:solidFill>
                  <a:schemeClr val="accent4">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acc>
                          <m:accPr>
                            <m:chr m:val="⃗"/>
                            <m:ctrlPr>
                              <a:rPr lang="en-US" i="1" smtClean="0">
                                <a:solidFill>
                                  <a:schemeClr val="tx1"/>
                                </a:solidFill>
                                <a:latin typeface="Cambria Math" panose="02040503050406030204" pitchFamily="18" charset="0"/>
                              </a:rPr>
                            </m:ctrlPr>
                          </m:accPr>
                          <m:e>
                            <m:sSubSup>
                              <m:sSubSupPr>
                                <m:ctrlPr>
                                  <a:rPr lang="en-US" i="1">
                                    <a:solidFill>
                                      <a:schemeClr val="tx1"/>
                                    </a:solidFill>
                                    <a:latin typeface="Cambria Math" panose="02040503050406030204" pitchFamily="18" charset="0"/>
                                  </a:rPr>
                                </m:ctrlPr>
                              </m:sSubSupPr>
                              <m:e>
                                <m:r>
                                  <a:rPr lang="en-US" i="1">
                                    <a:solidFill>
                                      <a:schemeClr val="tx1"/>
                                    </a:solidFill>
                                    <a:latin typeface="Cambria Math" panose="02040503050406030204" pitchFamily="18" charset="0"/>
                                  </a:rPr>
                                  <m:t>h</m:t>
                                </m:r>
                              </m:e>
                              <m:sub>
                                <m:r>
                                  <a:rPr lang="en-US" i="1">
                                    <a:solidFill>
                                      <a:schemeClr val="tx1"/>
                                    </a:solidFill>
                                    <a:latin typeface="Cambria Math" panose="02040503050406030204" pitchFamily="18" charset="0"/>
                                  </a:rPr>
                                  <m:t>1</m:t>
                                </m:r>
                              </m:sub>
                              <m:sup>
                                <m:r>
                                  <a:rPr lang="en-US" b="0" i="1" smtClean="0">
                                    <a:solidFill>
                                      <a:schemeClr val="tx1"/>
                                    </a:solidFill>
                                    <a:latin typeface="Cambria Math" panose="02040503050406030204" pitchFamily="18" charset="0"/>
                                  </a:rPr>
                                  <m:t>𝑑</m:t>
                                </m:r>
                              </m:sup>
                            </m:sSubSup>
                          </m:e>
                        </m:acc>
                      </m:oMath>
                    </m:oMathPara>
                  </a14:m>
                  <a:endParaRPr lang="en-US" dirty="0"/>
                </a:p>
              </p:txBody>
            </p:sp>
          </mc:Choice>
          <mc:Fallback xmlns="">
            <p:sp>
              <p:nvSpPr>
                <p:cNvPr id="17" name="Oval 16">
                  <a:extLst>
                    <a:ext uri="{FF2B5EF4-FFF2-40B4-BE49-F238E27FC236}">
                      <a16:creationId xmlns:a16="http://schemas.microsoft.com/office/drawing/2014/main" id="{EF0E9488-2E25-8EC7-FC55-1C18FD846BF9}"/>
                    </a:ext>
                  </a:extLst>
                </p:cNvPr>
                <p:cNvSpPr>
                  <a:spLocks noRot="1" noChangeAspect="1" noMove="1" noResize="1" noEditPoints="1" noAdjustHandles="1" noChangeArrowheads="1" noChangeShapeType="1" noTextEdit="1"/>
                </p:cNvSpPr>
                <p:nvPr/>
              </p:nvSpPr>
              <p:spPr>
                <a:xfrm rot="5400000">
                  <a:off x="6806938" y="5343250"/>
                  <a:ext cx="509954" cy="684055"/>
                </a:xfrm>
                <a:prstGeom prst="ellipse">
                  <a:avLst/>
                </a:prstGeom>
                <a:blipFill>
                  <a:blip r:embed="rId8"/>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Oval 17">
                  <a:extLst>
                    <a:ext uri="{FF2B5EF4-FFF2-40B4-BE49-F238E27FC236}">
                      <a16:creationId xmlns:a16="http://schemas.microsoft.com/office/drawing/2014/main" id="{C23CC4ED-6156-8A0D-BE7E-71558D8234C1}"/>
                    </a:ext>
                  </a:extLst>
                </p:cNvPr>
                <p:cNvSpPr/>
                <p:nvPr/>
              </p:nvSpPr>
              <p:spPr>
                <a:xfrm rot="5400000">
                  <a:off x="5294573" y="5343247"/>
                  <a:ext cx="509954" cy="684055"/>
                </a:xfrm>
                <a:prstGeom prst="ellipse">
                  <a:avLst/>
                </a:prstGeom>
                <a:solidFill>
                  <a:schemeClr val="accent4">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acc>
                          <m:accPr>
                            <m:chr m:val="⃗"/>
                            <m:ctrlPr>
                              <a:rPr lang="en-US" i="1" smtClean="0">
                                <a:solidFill>
                                  <a:schemeClr val="tx1"/>
                                </a:solidFill>
                                <a:latin typeface="Cambria Math" panose="02040503050406030204" pitchFamily="18" charset="0"/>
                              </a:rPr>
                            </m:ctrlPr>
                          </m:accPr>
                          <m:e>
                            <m:sSubSup>
                              <m:sSubSupPr>
                                <m:ctrlPr>
                                  <a:rPr lang="en-US" i="1">
                                    <a:solidFill>
                                      <a:schemeClr val="tx1"/>
                                    </a:solidFill>
                                    <a:latin typeface="Cambria Math" panose="02040503050406030204" pitchFamily="18" charset="0"/>
                                  </a:rPr>
                                </m:ctrlPr>
                              </m:sSubSupPr>
                              <m:e>
                                <m:r>
                                  <a:rPr lang="en-US" i="1">
                                    <a:solidFill>
                                      <a:schemeClr val="tx1"/>
                                    </a:solidFill>
                                    <a:latin typeface="Cambria Math" panose="02040503050406030204" pitchFamily="18" charset="0"/>
                                  </a:rPr>
                                  <m:t>h</m:t>
                                </m:r>
                              </m:e>
                              <m:sub>
                                <m:r>
                                  <a:rPr lang="en-US" b="0" i="1" smtClean="0">
                                    <a:solidFill>
                                      <a:schemeClr val="tx1"/>
                                    </a:solidFill>
                                    <a:latin typeface="Cambria Math" panose="02040503050406030204" pitchFamily="18" charset="0"/>
                                  </a:rPr>
                                  <m:t>𝑚</m:t>
                                </m:r>
                                <m:r>
                                  <a:rPr lang="en-US" b="0" i="1" smtClean="0">
                                    <a:solidFill>
                                      <a:schemeClr val="tx1"/>
                                    </a:solidFill>
                                    <a:latin typeface="Cambria Math" panose="02040503050406030204" pitchFamily="18" charset="0"/>
                                  </a:rPr>
                                  <m:t>−1</m:t>
                                </m:r>
                              </m:sub>
                              <m:sup>
                                <m:r>
                                  <a:rPr lang="en-US" b="0" i="1" smtClean="0">
                                    <a:solidFill>
                                      <a:schemeClr val="tx1"/>
                                    </a:solidFill>
                                    <a:latin typeface="Cambria Math" panose="02040503050406030204" pitchFamily="18" charset="0"/>
                                  </a:rPr>
                                  <m:t>𝑑</m:t>
                                </m:r>
                              </m:sup>
                            </m:sSubSup>
                          </m:e>
                        </m:acc>
                      </m:oMath>
                    </m:oMathPara>
                  </a14:m>
                  <a:endParaRPr lang="en-US" dirty="0"/>
                </a:p>
              </p:txBody>
            </p:sp>
          </mc:Choice>
          <mc:Fallback xmlns="">
            <p:sp>
              <p:nvSpPr>
                <p:cNvPr id="18" name="Oval 17">
                  <a:extLst>
                    <a:ext uri="{FF2B5EF4-FFF2-40B4-BE49-F238E27FC236}">
                      <a16:creationId xmlns:a16="http://schemas.microsoft.com/office/drawing/2014/main" id="{C23CC4ED-6156-8A0D-BE7E-71558D8234C1}"/>
                    </a:ext>
                  </a:extLst>
                </p:cNvPr>
                <p:cNvSpPr>
                  <a:spLocks noRot="1" noChangeAspect="1" noMove="1" noResize="1" noEditPoints="1" noAdjustHandles="1" noChangeArrowheads="1" noChangeShapeType="1" noTextEdit="1"/>
                </p:cNvSpPr>
                <p:nvPr/>
              </p:nvSpPr>
              <p:spPr>
                <a:xfrm rot="5400000">
                  <a:off x="5294573" y="5343247"/>
                  <a:ext cx="509954" cy="684055"/>
                </a:xfrm>
                <a:prstGeom prst="ellipse">
                  <a:avLst/>
                </a:prstGeom>
                <a:blipFill>
                  <a:blip r:embed="rId9"/>
                  <a:stretch>
                    <a:fillRect l="-10204"/>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Oval 18">
                  <a:extLst>
                    <a:ext uri="{FF2B5EF4-FFF2-40B4-BE49-F238E27FC236}">
                      <a16:creationId xmlns:a16="http://schemas.microsoft.com/office/drawing/2014/main" id="{C0631178-27A5-7416-DA13-1F426A2CB46C}"/>
                    </a:ext>
                  </a:extLst>
                </p:cNvPr>
                <p:cNvSpPr/>
                <p:nvPr/>
              </p:nvSpPr>
              <p:spPr>
                <a:xfrm rot="5400000">
                  <a:off x="4367376" y="5343247"/>
                  <a:ext cx="509954" cy="684055"/>
                </a:xfrm>
                <a:prstGeom prst="ellipse">
                  <a:avLst/>
                </a:prstGeom>
                <a:solidFill>
                  <a:schemeClr val="accent4">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acc>
                          <m:accPr>
                            <m:chr m:val="⃗"/>
                            <m:ctrlPr>
                              <a:rPr lang="en-US" i="1" smtClean="0">
                                <a:solidFill>
                                  <a:schemeClr val="tx1"/>
                                </a:solidFill>
                                <a:latin typeface="Cambria Math" panose="02040503050406030204" pitchFamily="18" charset="0"/>
                              </a:rPr>
                            </m:ctrlPr>
                          </m:accPr>
                          <m:e>
                            <m:sSubSup>
                              <m:sSubSupPr>
                                <m:ctrlPr>
                                  <a:rPr lang="en-US" i="1">
                                    <a:solidFill>
                                      <a:schemeClr val="tx1"/>
                                    </a:solidFill>
                                    <a:latin typeface="Cambria Math" panose="02040503050406030204" pitchFamily="18" charset="0"/>
                                  </a:rPr>
                                </m:ctrlPr>
                              </m:sSubSupPr>
                              <m:e>
                                <m:r>
                                  <a:rPr lang="en-US" i="1">
                                    <a:solidFill>
                                      <a:schemeClr val="tx1"/>
                                    </a:solidFill>
                                    <a:latin typeface="Cambria Math" panose="02040503050406030204" pitchFamily="18" charset="0"/>
                                  </a:rPr>
                                  <m:t>h</m:t>
                                </m:r>
                              </m:e>
                              <m:sub>
                                <m:r>
                                  <a:rPr lang="en-US" b="0" i="1" smtClean="0">
                                    <a:solidFill>
                                      <a:schemeClr val="tx1"/>
                                    </a:solidFill>
                                    <a:latin typeface="Cambria Math" panose="02040503050406030204" pitchFamily="18" charset="0"/>
                                  </a:rPr>
                                  <m:t>𝑚</m:t>
                                </m:r>
                              </m:sub>
                              <m:sup>
                                <m:r>
                                  <a:rPr lang="en-US" b="0" i="1" smtClean="0">
                                    <a:solidFill>
                                      <a:schemeClr val="tx1"/>
                                    </a:solidFill>
                                    <a:latin typeface="Cambria Math" panose="02040503050406030204" pitchFamily="18" charset="0"/>
                                  </a:rPr>
                                  <m:t>𝑑</m:t>
                                </m:r>
                              </m:sup>
                            </m:sSubSup>
                          </m:e>
                        </m:acc>
                      </m:oMath>
                    </m:oMathPara>
                  </a14:m>
                  <a:endParaRPr lang="en-US" dirty="0"/>
                </a:p>
              </p:txBody>
            </p:sp>
          </mc:Choice>
          <mc:Fallback xmlns="">
            <p:sp>
              <p:nvSpPr>
                <p:cNvPr id="19" name="Oval 18">
                  <a:extLst>
                    <a:ext uri="{FF2B5EF4-FFF2-40B4-BE49-F238E27FC236}">
                      <a16:creationId xmlns:a16="http://schemas.microsoft.com/office/drawing/2014/main" id="{C0631178-27A5-7416-DA13-1F426A2CB46C}"/>
                    </a:ext>
                  </a:extLst>
                </p:cNvPr>
                <p:cNvSpPr>
                  <a:spLocks noRot="1" noChangeAspect="1" noMove="1" noResize="1" noEditPoints="1" noAdjustHandles="1" noChangeArrowheads="1" noChangeShapeType="1" noTextEdit="1"/>
                </p:cNvSpPr>
                <p:nvPr/>
              </p:nvSpPr>
              <p:spPr>
                <a:xfrm rot="5400000">
                  <a:off x="4367376" y="5343247"/>
                  <a:ext cx="509954" cy="684055"/>
                </a:xfrm>
                <a:prstGeom prst="ellipse">
                  <a:avLst/>
                </a:prstGeom>
                <a:blipFill>
                  <a:blip r:embed="rId10"/>
                  <a:stretch>
                    <a:fillRect/>
                  </a:stretch>
                </a:blipFill>
                <a:ln>
                  <a:solidFill>
                    <a:schemeClr val="tx1"/>
                  </a:solidFill>
                </a:ln>
              </p:spPr>
              <p:txBody>
                <a:bodyPr/>
                <a:lstStyle/>
                <a:p>
                  <a:r>
                    <a:rPr lang="en-US">
                      <a:noFill/>
                    </a:rPr>
                    <a:t> </a:t>
                  </a:r>
                </a:p>
              </p:txBody>
            </p:sp>
          </mc:Fallback>
        </mc:AlternateContent>
        <p:cxnSp>
          <p:nvCxnSpPr>
            <p:cNvPr id="22" name="Straight Arrow Connector 21">
              <a:extLst>
                <a:ext uri="{FF2B5EF4-FFF2-40B4-BE49-F238E27FC236}">
                  <a16:creationId xmlns:a16="http://schemas.microsoft.com/office/drawing/2014/main" id="{F58F2CB4-1E8C-083A-E88F-7962EBF829A6}"/>
                </a:ext>
              </a:extLst>
            </p:cNvPr>
            <p:cNvCxnSpPr>
              <a:stCxn id="6" idx="6"/>
              <a:endCxn id="17" idx="2"/>
            </p:cNvCxnSpPr>
            <p:nvPr/>
          </p:nvCxnSpPr>
          <p:spPr>
            <a:xfrm flipH="1">
              <a:off x="7061915" y="3332167"/>
              <a:ext cx="463598" cy="2098134"/>
            </a:xfrm>
            <a:prstGeom prst="straightConnector1">
              <a:avLst/>
            </a:prstGeom>
            <a:ln w="9525">
              <a:tailEnd type="triangle"/>
            </a:ln>
          </p:spPr>
          <p:style>
            <a:lnRef idx="2">
              <a:schemeClr val="accent1"/>
            </a:lnRef>
            <a:fillRef idx="0">
              <a:schemeClr val="accent1"/>
            </a:fillRef>
            <a:effectRef idx="1">
              <a:schemeClr val="accent1"/>
            </a:effectRef>
            <a:fontRef idx="minor">
              <a:schemeClr val="tx1"/>
            </a:fontRef>
          </p:style>
        </p:cxnSp>
        <p:cxnSp>
          <p:nvCxnSpPr>
            <p:cNvPr id="32" name="Straight Arrow Connector 31">
              <a:extLst>
                <a:ext uri="{FF2B5EF4-FFF2-40B4-BE49-F238E27FC236}">
                  <a16:creationId xmlns:a16="http://schemas.microsoft.com/office/drawing/2014/main" id="{469F4C5E-B2BB-7578-E9DB-61982B7BAFBC}"/>
                </a:ext>
              </a:extLst>
            </p:cNvPr>
            <p:cNvCxnSpPr>
              <a:cxnSpLocks/>
              <a:stCxn id="6" idx="6"/>
              <a:endCxn id="18" idx="2"/>
            </p:cNvCxnSpPr>
            <p:nvPr/>
          </p:nvCxnSpPr>
          <p:spPr>
            <a:xfrm flipH="1">
              <a:off x="5549550" y="3332167"/>
              <a:ext cx="1975963" cy="2098131"/>
            </a:xfrm>
            <a:prstGeom prst="straightConnector1">
              <a:avLst/>
            </a:prstGeom>
            <a:ln w="9525">
              <a:tailEnd type="triangle"/>
            </a:ln>
          </p:spPr>
          <p:style>
            <a:lnRef idx="2">
              <a:schemeClr val="accent1"/>
            </a:lnRef>
            <a:fillRef idx="0">
              <a:schemeClr val="accent1"/>
            </a:fillRef>
            <a:effectRef idx="1">
              <a:schemeClr val="accent1"/>
            </a:effectRef>
            <a:fontRef idx="minor">
              <a:schemeClr val="tx1"/>
            </a:fontRef>
          </p:style>
        </p:cxnSp>
        <p:cxnSp>
          <p:nvCxnSpPr>
            <p:cNvPr id="34" name="Straight Arrow Connector 33">
              <a:extLst>
                <a:ext uri="{FF2B5EF4-FFF2-40B4-BE49-F238E27FC236}">
                  <a16:creationId xmlns:a16="http://schemas.microsoft.com/office/drawing/2014/main" id="{7843E568-53BF-F145-9ABD-026C82D5C8A6}"/>
                </a:ext>
              </a:extLst>
            </p:cNvPr>
            <p:cNvCxnSpPr>
              <a:cxnSpLocks/>
              <a:stCxn id="6" idx="6"/>
              <a:endCxn id="19" idx="2"/>
            </p:cNvCxnSpPr>
            <p:nvPr/>
          </p:nvCxnSpPr>
          <p:spPr>
            <a:xfrm flipH="1">
              <a:off x="4622353" y="3332167"/>
              <a:ext cx="2903160" cy="2098131"/>
            </a:xfrm>
            <a:prstGeom prst="straightConnector1">
              <a:avLst/>
            </a:prstGeom>
            <a:ln w="9525">
              <a:tailEnd type="triangle"/>
            </a:ln>
          </p:spPr>
          <p:style>
            <a:lnRef idx="2">
              <a:schemeClr val="accent1"/>
            </a:lnRef>
            <a:fillRef idx="0">
              <a:schemeClr val="accent1"/>
            </a:fillRef>
            <a:effectRef idx="1">
              <a:schemeClr val="accent1"/>
            </a:effectRef>
            <a:fontRef idx="minor">
              <a:schemeClr val="tx1"/>
            </a:fontRef>
          </p:style>
        </p:cxnSp>
        <p:cxnSp>
          <p:nvCxnSpPr>
            <p:cNvPr id="36" name="Straight Arrow Connector 35">
              <a:extLst>
                <a:ext uri="{FF2B5EF4-FFF2-40B4-BE49-F238E27FC236}">
                  <a16:creationId xmlns:a16="http://schemas.microsoft.com/office/drawing/2014/main" id="{A1F0A4B0-9D2A-D3EF-A9D8-70627A414925}"/>
                </a:ext>
              </a:extLst>
            </p:cNvPr>
            <p:cNvCxnSpPr>
              <a:cxnSpLocks/>
              <a:stCxn id="8" idx="6"/>
              <a:endCxn id="17" idx="2"/>
            </p:cNvCxnSpPr>
            <p:nvPr/>
          </p:nvCxnSpPr>
          <p:spPr>
            <a:xfrm>
              <a:off x="6598317" y="3332167"/>
              <a:ext cx="463598" cy="2098134"/>
            </a:xfrm>
            <a:prstGeom prst="straightConnector1">
              <a:avLst/>
            </a:prstGeom>
            <a:ln w="9525">
              <a:tailEnd type="triangle"/>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114A9A02-A5E0-F06F-6462-A2C46A77EDDE}"/>
                </a:ext>
              </a:extLst>
            </p:cNvPr>
            <p:cNvCxnSpPr>
              <a:cxnSpLocks/>
              <a:stCxn id="8" idx="6"/>
              <a:endCxn id="18" idx="2"/>
            </p:cNvCxnSpPr>
            <p:nvPr/>
          </p:nvCxnSpPr>
          <p:spPr>
            <a:xfrm flipH="1">
              <a:off x="5549550" y="3332167"/>
              <a:ext cx="1048767" cy="2098131"/>
            </a:xfrm>
            <a:prstGeom prst="straightConnector1">
              <a:avLst/>
            </a:prstGeom>
            <a:ln w="9525">
              <a:tailEnd type="triangle"/>
            </a:ln>
          </p:spPr>
          <p:style>
            <a:lnRef idx="2">
              <a:schemeClr val="accent1"/>
            </a:lnRef>
            <a:fillRef idx="0">
              <a:schemeClr val="accent1"/>
            </a:fillRef>
            <a:effectRef idx="1">
              <a:schemeClr val="accent1"/>
            </a:effectRef>
            <a:fontRef idx="minor">
              <a:schemeClr val="tx1"/>
            </a:fontRef>
          </p:style>
        </p:cxnSp>
        <p:cxnSp>
          <p:nvCxnSpPr>
            <p:cNvPr id="40" name="Straight Arrow Connector 39">
              <a:extLst>
                <a:ext uri="{FF2B5EF4-FFF2-40B4-BE49-F238E27FC236}">
                  <a16:creationId xmlns:a16="http://schemas.microsoft.com/office/drawing/2014/main" id="{46C28BAC-69B1-99A9-45A4-20D54D4A8B5C}"/>
                </a:ext>
              </a:extLst>
            </p:cNvPr>
            <p:cNvCxnSpPr>
              <a:cxnSpLocks/>
              <a:stCxn id="8" idx="6"/>
              <a:endCxn id="19" idx="2"/>
            </p:cNvCxnSpPr>
            <p:nvPr/>
          </p:nvCxnSpPr>
          <p:spPr>
            <a:xfrm flipH="1">
              <a:off x="4622353" y="3332167"/>
              <a:ext cx="1975964" cy="2098131"/>
            </a:xfrm>
            <a:prstGeom prst="straightConnector1">
              <a:avLst/>
            </a:prstGeom>
            <a:ln w="9525">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ECBF86A3-8CBB-0421-8C67-E24D4657FCAB}"/>
                </a:ext>
              </a:extLst>
            </p:cNvPr>
            <p:cNvCxnSpPr>
              <a:cxnSpLocks/>
              <a:stCxn id="15" idx="6"/>
              <a:endCxn id="17" idx="2"/>
            </p:cNvCxnSpPr>
            <p:nvPr/>
          </p:nvCxnSpPr>
          <p:spPr>
            <a:xfrm>
              <a:off x="5026038" y="3332165"/>
              <a:ext cx="2035877" cy="2098136"/>
            </a:xfrm>
            <a:prstGeom prst="straightConnector1">
              <a:avLst/>
            </a:prstGeom>
            <a:ln w="9525">
              <a:tailEnd type="triangle"/>
            </a:ln>
          </p:spPr>
          <p:style>
            <a:lnRef idx="2">
              <a:schemeClr val="accent1"/>
            </a:lnRef>
            <a:fillRef idx="0">
              <a:schemeClr val="accent1"/>
            </a:fillRef>
            <a:effectRef idx="1">
              <a:schemeClr val="accent1"/>
            </a:effectRef>
            <a:fontRef idx="minor">
              <a:schemeClr val="tx1"/>
            </a:fontRef>
          </p:style>
        </p:cxnSp>
        <p:cxnSp>
          <p:nvCxnSpPr>
            <p:cNvPr id="43" name="Straight Arrow Connector 42">
              <a:extLst>
                <a:ext uri="{FF2B5EF4-FFF2-40B4-BE49-F238E27FC236}">
                  <a16:creationId xmlns:a16="http://schemas.microsoft.com/office/drawing/2014/main" id="{393C286E-05CE-3724-B8E1-03096086E757}"/>
                </a:ext>
              </a:extLst>
            </p:cNvPr>
            <p:cNvCxnSpPr>
              <a:cxnSpLocks/>
              <a:stCxn id="15" idx="6"/>
              <a:endCxn id="18" idx="2"/>
            </p:cNvCxnSpPr>
            <p:nvPr/>
          </p:nvCxnSpPr>
          <p:spPr>
            <a:xfrm rot="5400000" flipV="1">
              <a:off x="4238726" y="4119476"/>
              <a:ext cx="2098135" cy="523512"/>
            </a:xfrm>
            <a:prstGeom prst="straightConnector1">
              <a:avLst/>
            </a:prstGeom>
            <a:ln w="9525">
              <a:tailEnd type="triangle"/>
            </a:ln>
          </p:spPr>
          <p:style>
            <a:lnRef idx="2">
              <a:schemeClr val="accent1"/>
            </a:lnRef>
            <a:fillRef idx="0">
              <a:schemeClr val="accent1"/>
            </a:fillRef>
            <a:effectRef idx="1">
              <a:schemeClr val="accent1"/>
            </a:effectRef>
            <a:fontRef idx="minor">
              <a:schemeClr val="tx1"/>
            </a:fontRef>
          </p:style>
        </p:cxnSp>
        <p:cxnSp>
          <p:nvCxnSpPr>
            <p:cNvPr id="44" name="Straight Arrow Connector 43">
              <a:extLst>
                <a:ext uri="{FF2B5EF4-FFF2-40B4-BE49-F238E27FC236}">
                  <a16:creationId xmlns:a16="http://schemas.microsoft.com/office/drawing/2014/main" id="{ED16056B-EB73-9A82-DADD-CA75F3725A06}"/>
                </a:ext>
              </a:extLst>
            </p:cNvPr>
            <p:cNvCxnSpPr>
              <a:cxnSpLocks/>
              <a:stCxn id="15" idx="6"/>
              <a:endCxn id="19" idx="2"/>
            </p:cNvCxnSpPr>
            <p:nvPr/>
          </p:nvCxnSpPr>
          <p:spPr>
            <a:xfrm rot="5400000">
              <a:off x="3775128" y="4179389"/>
              <a:ext cx="2098134" cy="403685"/>
            </a:xfrm>
            <a:prstGeom prst="straightConnector1">
              <a:avLst/>
            </a:prstGeom>
            <a:ln w="9525">
              <a:tailEnd type="triangle"/>
            </a:ln>
          </p:spPr>
          <p:style>
            <a:lnRef idx="2">
              <a:schemeClr val="accent1"/>
            </a:lnRef>
            <a:fillRef idx="0">
              <a:schemeClr val="accent1"/>
            </a:fillRef>
            <a:effectRef idx="1">
              <a:schemeClr val="accent1"/>
            </a:effectRef>
            <a:fontRef idx="minor">
              <a:schemeClr val="tx1"/>
            </a:fontRef>
          </p:style>
        </p:cxnSp>
        <p:cxnSp>
          <p:nvCxnSpPr>
            <p:cNvPr id="45" name="Straight Arrow Connector 44">
              <a:extLst>
                <a:ext uri="{FF2B5EF4-FFF2-40B4-BE49-F238E27FC236}">
                  <a16:creationId xmlns:a16="http://schemas.microsoft.com/office/drawing/2014/main" id="{726BA414-5B66-DCC1-0E97-245CC38FE1E1}"/>
                </a:ext>
              </a:extLst>
            </p:cNvPr>
            <p:cNvCxnSpPr>
              <a:cxnSpLocks/>
              <a:stCxn id="16" idx="6"/>
              <a:endCxn id="17" idx="2"/>
            </p:cNvCxnSpPr>
            <p:nvPr/>
          </p:nvCxnSpPr>
          <p:spPr>
            <a:xfrm>
              <a:off x="4098841" y="3332164"/>
              <a:ext cx="2963074" cy="2098137"/>
            </a:xfrm>
            <a:prstGeom prst="straightConnector1">
              <a:avLst/>
            </a:prstGeom>
            <a:ln w="9525">
              <a:tailEnd type="triangle"/>
            </a:ln>
          </p:spPr>
          <p:style>
            <a:lnRef idx="2">
              <a:schemeClr val="accent1"/>
            </a:lnRef>
            <a:fillRef idx="0">
              <a:schemeClr val="accent1"/>
            </a:fillRef>
            <a:effectRef idx="1">
              <a:schemeClr val="accent1"/>
            </a:effectRef>
            <a:fontRef idx="minor">
              <a:schemeClr val="tx1"/>
            </a:fontRef>
          </p:style>
        </p:cxnSp>
        <p:cxnSp>
          <p:nvCxnSpPr>
            <p:cNvPr id="46" name="Straight Arrow Connector 45">
              <a:extLst>
                <a:ext uri="{FF2B5EF4-FFF2-40B4-BE49-F238E27FC236}">
                  <a16:creationId xmlns:a16="http://schemas.microsoft.com/office/drawing/2014/main" id="{5B30690F-4667-2BC4-CAA3-94BCBAFEEEC5}"/>
                </a:ext>
              </a:extLst>
            </p:cNvPr>
            <p:cNvCxnSpPr>
              <a:cxnSpLocks/>
              <a:stCxn id="16" idx="6"/>
              <a:endCxn id="18" idx="2"/>
            </p:cNvCxnSpPr>
            <p:nvPr/>
          </p:nvCxnSpPr>
          <p:spPr>
            <a:xfrm rot="5400000" flipV="1">
              <a:off x="3775127" y="3655877"/>
              <a:ext cx="2098136" cy="1450709"/>
            </a:xfrm>
            <a:prstGeom prst="straightConnector1">
              <a:avLst/>
            </a:prstGeom>
            <a:ln w="9525">
              <a:tailEnd type="triangle"/>
            </a:ln>
          </p:spPr>
          <p:style>
            <a:lnRef idx="2">
              <a:schemeClr val="accent1"/>
            </a:lnRef>
            <a:fillRef idx="0">
              <a:schemeClr val="accent1"/>
            </a:fillRef>
            <a:effectRef idx="1">
              <a:schemeClr val="accent1"/>
            </a:effectRef>
            <a:fontRef idx="minor">
              <a:schemeClr val="tx1"/>
            </a:fontRef>
          </p:style>
        </p:cxnSp>
        <p:cxnSp>
          <p:nvCxnSpPr>
            <p:cNvPr id="47" name="Straight Arrow Connector 46">
              <a:extLst>
                <a:ext uri="{FF2B5EF4-FFF2-40B4-BE49-F238E27FC236}">
                  <a16:creationId xmlns:a16="http://schemas.microsoft.com/office/drawing/2014/main" id="{C427B0F7-24D5-DAC4-7F50-D93510513493}"/>
                </a:ext>
              </a:extLst>
            </p:cNvPr>
            <p:cNvCxnSpPr>
              <a:cxnSpLocks/>
              <a:stCxn id="16" idx="6"/>
              <a:endCxn id="19" idx="2"/>
            </p:cNvCxnSpPr>
            <p:nvPr/>
          </p:nvCxnSpPr>
          <p:spPr>
            <a:xfrm rot="5400000" flipV="1">
              <a:off x="3311529" y="4119475"/>
              <a:ext cx="2098135" cy="523512"/>
            </a:xfrm>
            <a:prstGeom prst="straightConnector1">
              <a:avLst/>
            </a:prstGeom>
            <a:ln w="9525">
              <a:tailEnd type="triangle"/>
            </a:ln>
          </p:spPr>
          <p:style>
            <a:lnRef idx="2">
              <a:schemeClr val="accent1"/>
            </a:lnRef>
            <a:fillRef idx="0">
              <a:schemeClr val="accent1"/>
            </a:fillRef>
            <a:effectRef idx="1">
              <a:schemeClr val="accent1"/>
            </a:effectRef>
            <a:fontRef idx="minor">
              <a:schemeClr val="tx1"/>
            </a:fontRef>
          </p:style>
        </p:cxnSp>
        <p:sp>
          <p:nvSpPr>
            <p:cNvPr id="48" name="TextBox 47">
              <a:extLst>
                <a:ext uri="{FF2B5EF4-FFF2-40B4-BE49-F238E27FC236}">
                  <a16:creationId xmlns:a16="http://schemas.microsoft.com/office/drawing/2014/main" id="{8F6E544A-DCF3-F23C-8B8F-19425B6037EF}"/>
                </a:ext>
              </a:extLst>
            </p:cNvPr>
            <p:cNvSpPr txBox="1"/>
            <p:nvPr/>
          </p:nvSpPr>
          <p:spPr>
            <a:xfrm>
              <a:off x="5621259" y="2822209"/>
              <a:ext cx="381836" cy="369332"/>
            </a:xfrm>
            <a:prstGeom prst="rect">
              <a:avLst/>
            </a:prstGeom>
            <a:noFill/>
          </p:spPr>
          <p:txBody>
            <a:bodyPr wrap="none" rtlCol="0">
              <a:spAutoFit/>
            </a:bodyPr>
            <a:lstStyle/>
            <a:p>
              <a:pPr algn="ctr"/>
              <a:r>
                <a:rPr lang="en-US"/>
                <a:t>…</a:t>
              </a:r>
            </a:p>
          </p:txBody>
        </p:sp>
        <p:sp>
          <p:nvSpPr>
            <p:cNvPr id="50" name="TextBox 49">
              <a:extLst>
                <a:ext uri="{FF2B5EF4-FFF2-40B4-BE49-F238E27FC236}">
                  <a16:creationId xmlns:a16="http://schemas.microsoft.com/office/drawing/2014/main" id="{7ED0A998-81C3-7E54-DA4B-67C165285BB4}"/>
                </a:ext>
              </a:extLst>
            </p:cNvPr>
            <p:cNvSpPr txBox="1"/>
            <p:nvPr/>
          </p:nvSpPr>
          <p:spPr>
            <a:xfrm>
              <a:off x="6114814" y="5430297"/>
              <a:ext cx="381836" cy="369332"/>
            </a:xfrm>
            <a:prstGeom prst="rect">
              <a:avLst/>
            </a:prstGeom>
            <a:noFill/>
          </p:spPr>
          <p:txBody>
            <a:bodyPr wrap="none" rtlCol="0">
              <a:spAutoFit/>
            </a:bodyPr>
            <a:lstStyle/>
            <a:p>
              <a:pPr algn="ctr"/>
              <a:r>
                <a:rPr lang="en-US"/>
                <a:t>…</a:t>
              </a:r>
            </a:p>
          </p:txBody>
        </p:sp>
      </p:grpSp>
      <p:sp>
        <p:nvSpPr>
          <p:cNvPr id="51" name="TextBox 50">
            <a:extLst>
              <a:ext uri="{FF2B5EF4-FFF2-40B4-BE49-F238E27FC236}">
                <a16:creationId xmlns:a16="http://schemas.microsoft.com/office/drawing/2014/main" id="{602D2327-FCCF-BFD9-8DF3-F2169BE775E1}"/>
              </a:ext>
            </a:extLst>
          </p:cNvPr>
          <p:cNvSpPr txBox="1"/>
          <p:nvPr/>
        </p:nvSpPr>
        <p:spPr>
          <a:xfrm>
            <a:off x="633857" y="5193019"/>
            <a:ext cx="519694" cy="276999"/>
          </a:xfrm>
          <a:prstGeom prst="rect">
            <a:avLst/>
          </a:prstGeom>
          <a:noFill/>
        </p:spPr>
        <p:txBody>
          <a:bodyPr wrap="none" rtlCol="0">
            <a:spAutoFit/>
          </a:bodyPr>
          <a:lstStyle/>
          <a:p>
            <a:r>
              <a:rPr lang="en-US" sz="1200" dirty="0">
                <a:latin typeface="Arial Narrow" panose="020B0604020202020204" pitchFamily="34" charset="0"/>
                <a:cs typeface="Arial Narrow" panose="020B0604020202020204" pitchFamily="34" charset="0"/>
              </a:rPr>
              <a:t>Origin</a:t>
            </a:r>
          </a:p>
        </p:txBody>
      </p:sp>
      <p:sp>
        <p:nvSpPr>
          <p:cNvPr id="52" name="TextBox 51">
            <a:extLst>
              <a:ext uri="{FF2B5EF4-FFF2-40B4-BE49-F238E27FC236}">
                <a16:creationId xmlns:a16="http://schemas.microsoft.com/office/drawing/2014/main" id="{A7B8D4C0-4FDA-B5D5-60F7-B238E444C4C1}"/>
              </a:ext>
            </a:extLst>
          </p:cNvPr>
          <p:cNvSpPr txBox="1"/>
          <p:nvPr/>
        </p:nvSpPr>
        <p:spPr>
          <a:xfrm>
            <a:off x="3503107" y="4778051"/>
            <a:ext cx="816249" cy="276999"/>
          </a:xfrm>
          <a:prstGeom prst="rect">
            <a:avLst/>
          </a:prstGeom>
          <a:noFill/>
        </p:spPr>
        <p:txBody>
          <a:bodyPr wrap="none" rtlCol="0">
            <a:spAutoFit/>
          </a:bodyPr>
          <a:lstStyle/>
          <a:p>
            <a:r>
              <a:rPr lang="en-US" sz="1200" dirty="0">
                <a:latin typeface="Arial Narrow" panose="020B0604020202020204" pitchFamily="34" charset="0"/>
                <a:cs typeface="Arial Narrow" panose="020B0604020202020204" pitchFamily="34" charset="0"/>
              </a:rPr>
              <a:t>Destination</a:t>
            </a:r>
          </a:p>
        </p:txBody>
      </p: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027FFCB8-D335-C8E8-D54D-5EF7C23C59DF}"/>
                  </a:ext>
                </a:extLst>
              </p:cNvPr>
              <p:cNvSpPr txBox="1"/>
              <p:nvPr/>
            </p:nvSpPr>
            <p:spPr>
              <a:xfrm>
                <a:off x="5652243" y="1261756"/>
                <a:ext cx="2209003" cy="429990"/>
              </a:xfrm>
              <a:prstGeom prst="rect">
                <a:avLst/>
              </a:prstGeom>
              <a:noFill/>
            </p:spPr>
            <p:txBody>
              <a:bodyPr wrap="none" lIns="0" tIns="0" rIns="0" bIns="0" rtlCol="0">
                <a:spAutoFit/>
              </a:bodyPr>
              <a:lstStyle/>
              <a:p>
                <a:pPr marL="285750" indent="-285750">
                  <a:buFont typeface="Arial" panose="020B0604020202020204" pitchFamily="34" charset="0"/>
                  <a:buChar char="•"/>
                </a:pP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𝑒</m:t>
                        </m:r>
                      </m:e>
                      <m:sub>
                        <m:r>
                          <a:rPr lang="en-US" b="0" i="1" smtClean="0">
                            <a:latin typeface="Cambria Math" panose="02040503050406030204" pitchFamily="18" charset="0"/>
                          </a:rPr>
                          <m:t>𝑖𝑗</m:t>
                        </m:r>
                      </m:sub>
                    </m:sSub>
                    <m:r>
                      <a:rPr lang="en-US" b="0" i="1" smtClean="0">
                        <a:latin typeface="Cambria Math" panose="02040503050406030204" pitchFamily="18" charset="0"/>
                      </a:rPr>
                      <m:t>=</m:t>
                    </m:r>
                    <m:r>
                      <a:rPr lang="en-US" b="0" i="1" smtClean="0">
                        <a:latin typeface="Cambria Math" panose="02040503050406030204" pitchFamily="18" charset="0"/>
                      </a:rPr>
                      <m:t>𝑎</m:t>
                    </m:r>
                    <m:d>
                      <m:dPr>
                        <m:ctrlPr>
                          <a:rPr lang="en-US" b="0" i="1" smtClean="0">
                            <a:latin typeface="Cambria Math" panose="02040503050406030204" pitchFamily="18" charset="0"/>
                          </a:rPr>
                        </m:ctrlPr>
                      </m:dPr>
                      <m:e>
                        <m:acc>
                          <m:accPr>
                            <m:chr m:val="⃗"/>
                            <m:ctrlPr>
                              <a:rPr lang="en-US" b="0" i="1" smtClean="0">
                                <a:latin typeface="Cambria Math" panose="02040503050406030204" pitchFamily="18" charset="0"/>
                              </a:rPr>
                            </m:ctrlPr>
                          </m:accPr>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h</m:t>
                                </m:r>
                              </m:e>
                              <m:sub>
                                <m:r>
                                  <a:rPr lang="en-US" b="0" i="1" smtClean="0">
                                    <a:latin typeface="Cambria Math" panose="02040503050406030204" pitchFamily="18" charset="0"/>
                                  </a:rPr>
                                  <m:t>𝑖</m:t>
                                </m:r>
                              </m:sub>
                              <m:sup>
                                <m:r>
                                  <a:rPr lang="en-US" b="0" i="1" smtClean="0">
                                    <a:latin typeface="Cambria Math" panose="02040503050406030204" pitchFamily="18" charset="0"/>
                                  </a:rPr>
                                  <m:t>𝑜</m:t>
                                </m:r>
                              </m:sup>
                            </m:sSubSup>
                          </m:e>
                        </m:acc>
                        <m:r>
                          <a:rPr lang="en-US" b="0" i="1" smtClean="0">
                            <a:latin typeface="Cambria Math" panose="02040503050406030204" pitchFamily="18" charset="0"/>
                          </a:rPr>
                          <m:t>,</m:t>
                        </m:r>
                        <m:acc>
                          <m:accPr>
                            <m:chr m:val="⃗"/>
                            <m:ctrlPr>
                              <a:rPr lang="en-US" i="1">
                                <a:latin typeface="Cambria Math" panose="02040503050406030204" pitchFamily="18" charset="0"/>
                              </a:rPr>
                            </m:ctrlPr>
                          </m:accPr>
                          <m:e>
                            <m:sSubSup>
                              <m:sSubSupPr>
                                <m:ctrlPr>
                                  <a:rPr lang="en-US" i="1">
                                    <a:latin typeface="Cambria Math" panose="02040503050406030204" pitchFamily="18" charset="0"/>
                                  </a:rPr>
                                </m:ctrlPr>
                              </m:sSubSupPr>
                              <m:e>
                                <m:r>
                                  <a:rPr lang="en-US" i="1">
                                    <a:latin typeface="Cambria Math" panose="02040503050406030204" pitchFamily="18" charset="0"/>
                                  </a:rPr>
                                  <m:t>h</m:t>
                                </m:r>
                              </m:e>
                              <m:sub>
                                <m:r>
                                  <a:rPr lang="en-US" b="0" i="1" smtClean="0">
                                    <a:latin typeface="Cambria Math" panose="02040503050406030204" pitchFamily="18" charset="0"/>
                                  </a:rPr>
                                  <m:t>𝑗</m:t>
                                </m:r>
                              </m:sub>
                              <m:sup>
                                <m:r>
                                  <a:rPr lang="en-US" b="0" i="1" smtClean="0">
                                    <a:latin typeface="Cambria Math" panose="02040503050406030204" pitchFamily="18" charset="0"/>
                                  </a:rPr>
                                  <m:t>𝑑</m:t>
                                </m:r>
                              </m:sup>
                            </m:sSubSup>
                          </m:e>
                        </m:acc>
                        <m:r>
                          <a:rPr lang="en-US" b="0" i="1" smtClean="0">
                            <a:latin typeface="Cambria Math" panose="02040503050406030204" pitchFamily="18" charset="0"/>
                          </a:rPr>
                          <m:t>, </m:t>
                        </m:r>
                        <m:acc>
                          <m:accPr>
                            <m:chr m:val="⃗"/>
                            <m:ctrlPr>
                              <a:rPr lang="en-US" b="0" i="1" smtClean="0">
                                <a:latin typeface="Cambria Math" panose="02040503050406030204" pitchFamily="18" charset="0"/>
                              </a:rPr>
                            </m:ctrlPr>
                          </m:accPr>
                          <m:e>
                            <m:sSub>
                              <m:sSubPr>
                                <m:ctrlPr>
                                  <a:rPr lang="en-US" i="1">
                                    <a:latin typeface="Cambria Math" panose="02040503050406030204" pitchFamily="18" charset="0"/>
                                  </a:rPr>
                                </m:ctrlPr>
                              </m:sSubPr>
                              <m:e>
                                <m:r>
                                  <a:rPr lang="en-US" i="1">
                                    <a:latin typeface="Cambria Math" panose="02040503050406030204" pitchFamily="18" charset="0"/>
                                  </a:rPr>
                                  <m:t>𝑡</m:t>
                                </m:r>
                              </m:e>
                              <m:sub>
                                <m:r>
                                  <a:rPr lang="en-US" i="1">
                                    <a:latin typeface="Cambria Math" panose="02040503050406030204" pitchFamily="18" charset="0"/>
                                  </a:rPr>
                                  <m:t>𝑖𝑗</m:t>
                                </m:r>
                              </m:sub>
                            </m:sSub>
                          </m:e>
                        </m:acc>
                      </m:e>
                    </m:d>
                  </m:oMath>
                </a14:m>
                <a:endParaRPr lang="en-US" dirty="0"/>
              </a:p>
            </p:txBody>
          </p:sp>
        </mc:Choice>
        <mc:Fallback xmlns="">
          <p:sp>
            <p:nvSpPr>
              <p:cNvPr id="53" name="TextBox 52">
                <a:extLst>
                  <a:ext uri="{FF2B5EF4-FFF2-40B4-BE49-F238E27FC236}">
                    <a16:creationId xmlns:a16="http://schemas.microsoft.com/office/drawing/2014/main" id="{027FFCB8-D335-C8E8-D54D-5EF7C23C59DF}"/>
                  </a:ext>
                </a:extLst>
              </p:cNvPr>
              <p:cNvSpPr txBox="1">
                <a:spLocks noRot="1" noChangeAspect="1" noMove="1" noResize="1" noEditPoints="1" noAdjustHandles="1" noChangeArrowheads="1" noChangeShapeType="1" noTextEdit="1"/>
              </p:cNvSpPr>
              <p:nvPr/>
            </p:nvSpPr>
            <p:spPr>
              <a:xfrm>
                <a:off x="5652243" y="1261756"/>
                <a:ext cx="2209003" cy="429990"/>
              </a:xfrm>
              <a:prstGeom prst="rect">
                <a:avLst/>
              </a:prstGeom>
              <a:blipFill>
                <a:blip r:embed="rId11"/>
                <a:stretch>
                  <a:fillRect l="-5682" b="-1142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7F0B5548-3518-157D-0B1E-87EBF55602A0}"/>
                  </a:ext>
                </a:extLst>
              </p:cNvPr>
              <p:cNvSpPr txBox="1"/>
              <p:nvPr/>
            </p:nvSpPr>
            <p:spPr>
              <a:xfrm>
                <a:off x="1806463" y="1098085"/>
                <a:ext cx="1192017" cy="38472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en-US" b="0" i="1" smtClean="0">
                              <a:latin typeface="Cambria Math" panose="02040503050406030204" pitchFamily="18" charset="0"/>
                            </a:rPr>
                          </m:ctrlPr>
                        </m:accPr>
                        <m:e>
                          <m:sSub>
                            <m:sSubPr>
                              <m:ctrlPr>
                                <a:rPr lang="en-US" i="1">
                                  <a:latin typeface="Cambria Math" panose="02040503050406030204" pitchFamily="18" charset="0"/>
                                </a:rPr>
                              </m:ctrlPr>
                            </m:sSubPr>
                            <m:e>
                              <m:r>
                                <a:rPr lang="en-US" i="1">
                                  <a:latin typeface="Cambria Math" panose="02040503050406030204" pitchFamily="18" charset="0"/>
                                </a:rPr>
                                <m:t>𝑡</m:t>
                              </m:r>
                            </m:e>
                            <m:sub>
                              <m:r>
                                <a:rPr lang="en-US" altLang="ko-KR" b="0" i="1" smtClean="0">
                                  <a:latin typeface="Cambria Math" panose="02040503050406030204" pitchFamily="18" charset="0"/>
                                </a:rPr>
                                <m:t>11</m:t>
                              </m:r>
                            </m:sub>
                          </m:sSub>
                        </m:e>
                      </m:acc>
                    </m:oMath>
                  </m:oMathPara>
                </a14:m>
                <a:endParaRPr lang="en-US" dirty="0"/>
              </a:p>
            </p:txBody>
          </p:sp>
        </mc:Choice>
        <mc:Fallback xmlns="">
          <p:sp>
            <p:nvSpPr>
              <p:cNvPr id="55" name="TextBox 54">
                <a:extLst>
                  <a:ext uri="{FF2B5EF4-FFF2-40B4-BE49-F238E27FC236}">
                    <a16:creationId xmlns:a16="http://schemas.microsoft.com/office/drawing/2014/main" id="{7F0B5548-3518-157D-0B1E-87EBF55602A0}"/>
                  </a:ext>
                </a:extLst>
              </p:cNvPr>
              <p:cNvSpPr txBox="1">
                <a:spLocks noRot="1" noChangeAspect="1" noMove="1" noResize="1" noEditPoints="1" noAdjustHandles="1" noChangeArrowheads="1" noChangeShapeType="1" noTextEdit="1"/>
              </p:cNvSpPr>
              <p:nvPr/>
            </p:nvSpPr>
            <p:spPr>
              <a:xfrm>
                <a:off x="1806463" y="1098085"/>
                <a:ext cx="1192017" cy="384721"/>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D70CBF3B-41B9-D1F4-8A70-6564F876AEBB}"/>
                  </a:ext>
                </a:extLst>
              </p:cNvPr>
              <p:cNvSpPr txBox="1"/>
              <p:nvPr/>
            </p:nvSpPr>
            <p:spPr>
              <a:xfrm>
                <a:off x="5652243" y="1810011"/>
                <a:ext cx="4686796" cy="369332"/>
              </a:xfrm>
              <a:prstGeom prst="rect">
                <a:avLst/>
              </a:prstGeom>
              <a:noFill/>
            </p:spPr>
            <p:txBody>
              <a:bodyPr wrap="none" rtlCol="0">
                <a:spAutoFit/>
              </a:bodyPr>
              <a:lstStyle/>
              <a:p>
                <a:pPr marL="285750" indent="-285750">
                  <a:buFont typeface="Arial" panose="020B0604020202020204" pitchFamily="34" charset="0"/>
                  <a:buChar char="•"/>
                </a:pPr>
                <a:r>
                  <a:rPr lang="en-US" dirty="0">
                    <a:latin typeface="Arial Narrow" panose="020B0604020202020204" pitchFamily="34" charset="0"/>
                    <a:ea typeface="Cambria Math" panose="02040503050406030204" pitchFamily="18" charset="0"/>
                    <a:cs typeface="Arial Narrow" panose="020B0604020202020204" pitchFamily="34" charset="0"/>
                  </a:rPr>
                  <a:t>Loss function (</a:t>
                </a:r>
                <a14:m>
                  <m:oMath xmlns:m="http://schemas.openxmlformats.org/officeDocument/2006/math">
                    <m:r>
                      <a:rPr lang="en-US" i="1" smtClean="0">
                        <a:latin typeface="Cambria Math" panose="02040503050406030204" pitchFamily="18" charset="0"/>
                        <a:ea typeface="Cambria Math" panose="02040503050406030204" pitchFamily="18" charset="0"/>
                      </a:rPr>
                      <m:t>ℒ</m:t>
                    </m:r>
                  </m:oMath>
                </a14:m>
                <a:r>
                  <a:rPr lang="en-US" dirty="0">
                    <a:latin typeface="Arial Narrow" panose="020B0604020202020204" pitchFamily="34" charset="0"/>
                    <a:cs typeface="Arial Narrow" panose="020B0604020202020204" pitchFamily="34" charset="0"/>
                  </a:rPr>
                  <a:t>) will be defined for model training</a:t>
                </a:r>
              </a:p>
            </p:txBody>
          </p:sp>
        </mc:Choice>
        <mc:Fallback xmlns="">
          <p:sp>
            <p:nvSpPr>
              <p:cNvPr id="58" name="TextBox 57">
                <a:extLst>
                  <a:ext uri="{FF2B5EF4-FFF2-40B4-BE49-F238E27FC236}">
                    <a16:creationId xmlns:a16="http://schemas.microsoft.com/office/drawing/2014/main" id="{D70CBF3B-41B9-D1F4-8A70-6564F876AEBB}"/>
                  </a:ext>
                </a:extLst>
              </p:cNvPr>
              <p:cNvSpPr txBox="1">
                <a:spLocks noRot="1" noChangeAspect="1" noMove="1" noResize="1" noEditPoints="1" noAdjustHandles="1" noChangeArrowheads="1" noChangeShapeType="1" noTextEdit="1"/>
              </p:cNvSpPr>
              <p:nvPr/>
            </p:nvSpPr>
            <p:spPr>
              <a:xfrm>
                <a:off x="5652243" y="1810011"/>
                <a:ext cx="4686796" cy="369332"/>
              </a:xfrm>
              <a:prstGeom prst="rect">
                <a:avLst/>
              </a:prstGeom>
              <a:blipFill>
                <a:blip r:embed="rId13"/>
                <a:stretch>
                  <a:fillRect l="-539" t="-6667"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7D5CA1CB-9B78-E693-7724-BB4B15B1B933}"/>
                  </a:ext>
                </a:extLst>
              </p:cNvPr>
              <p:cNvSpPr txBox="1"/>
              <p:nvPr/>
            </p:nvSpPr>
            <p:spPr>
              <a:xfrm>
                <a:off x="5652243" y="2297608"/>
                <a:ext cx="5360122" cy="2106346"/>
              </a:xfrm>
              <a:prstGeom prst="rect">
                <a:avLst/>
              </a:prstGeom>
              <a:noFill/>
            </p:spPr>
            <p:txBody>
              <a:bodyPr wrap="none" rtlCol="0">
                <a:spAutoFit/>
              </a:bodyPr>
              <a:lstStyle/>
              <a:p>
                <a:pPr marL="285750" indent="-285750">
                  <a:lnSpc>
                    <a:spcPct val="130000"/>
                  </a:lnSpc>
                  <a:buFont typeface="Arial" panose="020B0604020202020204" pitchFamily="34" charset="0"/>
                  <a:buChar char="•"/>
                </a:pPr>
                <a:r>
                  <a:rPr lang="en-US" dirty="0">
                    <a:latin typeface="Arial Narrow" panose="020B0604020202020204" pitchFamily="34" charset="0"/>
                    <a:cs typeface="Arial Narrow" panose="020B0604020202020204" pitchFamily="34" charset="0"/>
                  </a:rPr>
                  <a:t>In training loop, for a given origin node </a:t>
                </a:r>
                <a14:m>
                  <m:oMath xmlns:m="http://schemas.openxmlformats.org/officeDocument/2006/math">
                    <m:sSubSup>
                      <m:sSubSupPr>
                        <m:ctrlPr>
                          <a:rPr lang="en-US" i="1" smtClean="0">
                            <a:latin typeface="Cambria Math" panose="02040503050406030204" pitchFamily="18" charset="0"/>
                            <a:cs typeface="Arial Narrow" panose="020B0604020202020204" pitchFamily="34" charset="0"/>
                          </a:rPr>
                        </m:ctrlPr>
                      </m:sSubSupPr>
                      <m:e>
                        <m:r>
                          <a:rPr lang="en-US" b="0" i="1" smtClean="0">
                            <a:latin typeface="Cambria Math" panose="02040503050406030204" pitchFamily="18" charset="0"/>
                            <a:cs typeface="Arial Narrow" panose="020B0604020202020204" pitchFamily="34" charset="0"/>
                          </a:rPr>
                          <m:t>h</m:t>
                        </m:r>
                      </m:e>
                      <m:sub>
                        <m:r>
                          <a:rPr lang="en-US" b="0" i="1" smtClean="0">
                            <a:latin typeface="Cambria Math" panose="02040503050406030204" pitchFamily="18" charset="0"/>
                            <a:cs typeface="Arial Narrow" panose="020B0604020202020204" pitchFamily="34" charset="0"/>
                          </a:rPr>
                          <m:t>𝑖</m:t>
                        </m:r>
                      </m:sub>
                      <m:sup>
                        <m:r>
                          <a:rPr lang="en-US" b="0" i="1" smtClean="0">
                            <a:latin typeface="Cambria Math" panose="02040503050406030204" pitchFamily="18" charset="0"/>
                            <a:cs typeface="Arial Narrow" panose="020B0604020202020204" pitchFamily="34" charset="0"/>
                          </a:rPr>
                          <m:t>𝑜</m:t>
                        </m:r>
                      </m:sup>
                    </m:sSubSup>
                  </m:oMath>
                </a14:m>
                <a:r>
                  <a:rPr lang="en-US" dirty="0">
                    <a:latin typeface="Arial Narrow" panose="020B0604020202020204" pitchFamily="34" charset="0"/>
                    <a:cs typeface="Arial Narrow" panose="020B0604020202020204" pitchFamily="34" charset="0"/>
                  </a:rPr>
                  <a:t>:</a:t>
                </a:r>
              </a:p>
              <a:p>
                <a:pPr>
                  <a:lnSpc>
                    <a:spcPct val="130000"/>
                  </a:lnSpc>
                </a:pPr>
                <a:r>
                  <a:rPr lang="en-US" dirty="0">
                    <a:latin typeface="Arial Narrow" panose="020B0604020202020204" pitchFamily="34" charset="0"/>
                    <a:cs typeface="Arial Narrow" panose="020B0604020202020204" pitchFamily="34" charset="0"/>
                  </a:rPr>
                  <a:t>	Pick nearest &amp; farthest destinations (</a:t>
                </a:r>
                <a14:m>
                  <m:oMath xmlns:m="http://schemas.openxmlformats.org/officeDocument/2006/math">
                    <m:sSubSup>
                      <m:sSubSupPr>
                        <m:ctrlPr>
                          <a:rPr lang="en-US" i="1">
                            <a:latin typeface="Cambria Math" panose="02040503050406030204" pitchFamily="18" charset="0"/>
                            <a:cs typeface="Arial Narrow" panose="020B0604020202020204" pitchFamily="34" charset="0"/>
                          </a:rPr>
                        </m:ctrlPr>
                      </m:sSubSupPr>
                      <m:e>
                        <m:r>
                          <a:rPr lang="en-US" i="1">
                            <a:latin typeface="Cambria Math" panose="02040503050406030204" pitchFamily="18" charset="0"/>
                            <a:cs typeface="Arial Narrow" panose="020B0604020202020204" pitchFamily="34" charset="0"/>
                          </a:rPr>
                          <m:t>h</m:t>
                        </m:r>
                      </m:e>
                      <m:sub>
                        <m:r>
                          <a:rPr lang="en-US" b="0" i="1" smtClean="0">
                            <a:latin typeface="Cambria Math" panose="02040503050406030204" pitchFamily="18" charset="0"/>
                            <a:cs typeface="Arial Narrow" panose="020B0604020202020204" pitchFamily="34" charset="0"/>
                          </a:rPr>
                          <m:t>𝑗</m:t>
                        </m:r>
                      </m:sub>
                      <m:sup>
                        <m:r>
                          <a:rPr lang="en-US" b="0" i="1" smtClean="0">
                            <a:latin typeface="Cambria Math" panose="02040503050406030204" pitchFamily="18" charset="0"/>
                            <a:cs typeface="Arial Narrow" panose="020B0604020202020204" pitchFamily="34" charset="0"/>
                          </a:rPr>
                          <m:t>𝑛𝑒𝑎𝑟</m:t>
                        </m:r>
                      </m:sup>
                    </m:sSubSup>
                  </m:oMath>
                </a14:m>
                <a:r>
                  <a:rPr lang="en-US" dirty="0">
                    <a:latin typeface="Arial Narrow" panose="020B0604020202020204" pitchFamily="34" charset="0"/>
                    <a:cs typeface="Arial Narrow" panose="020B0604020202020204" pitchFamily="34" charset="0"/>
                  </a:rPr>
                  <a:t>, </a:t>
                </a:r>
                <a14:m>
                  <m:oMath xmlns:m="http://schemas.openxmlformats.org/officeDocument/2006/math">
                    <m:sSubSup>
                      <m:sSubSupPr>
                        <m:ctrlPr>
                          <a:rPr lang="en-US" i="1">
                            <a:latin typeface="Cambria Math" panose="02040503050406030204" pitchFamily="18" charset="0"/>
                            <a:cs typeface="Arial Narrow" panose="020B0604020202020204" pitchFamily="34" charset="0"/>
                          </a:rPr>
                        </m:ctrlPr>
                      </m:sSubSupPr>
                      <m:e>
                        <m:r>
                          <a:rPr lang="en-US" i="1">
                            <a:latin typeface="Cambria Math" panose="02040503050406030204" pitchFamily="18" charset="0"/>
                            <a:cs typeface="Arial Narrow" panose="020B0604020202020204" pitchFamily="34" charset="0"/>
                          </a:rPr>
                          <m:t>h</m:t>
                        </m:r>
                      </m:e>
                      <m:sub>
                        <m:r>
                          <a:rPr lang="en-US" b="0" i="1" smtClean="0">
                            <a:latin typeface="Cambria Math" panose="02040503050406030204" pitchFamily="18" charset="0"/>
                            <a:cs typeface="Arial Narrow" panose="020B0604020202020204" pitchFamily="34" charset="0"/>
                          </a:rPr>
                          <m:t>𝑗</m:t>
                        </m:r>
                      </m:sub>
                      <m:sup>
                        <m:r>
                          <a:rPr lang="en-US" b="0" i="1" smtClean="0">
                            <a:latin typeface="Cambria Math" panose="02040503050406030204" pitchFamily="18" charset="0"/>
                            <a:cs typeface="Arial Narrow" panose="020B0604020202020204" pitchFamily="34" charset="0"/>
                          </a:rPr>
                          <m:t>𝑓𝑎𝑟</m:t>
                        </m:r>
                      </m:sup>
                    </m:sSubSup>
                  </m:oMath>
                </a14:m>
                <a:r>
                  <a:rPr lang="en-US" dirty="0">
                    <a:latin typeface="Arial Narrow" panose="020B0604020202020204" pitchFamily="34" charset="0"/>
                    <a:cs typeface="Arial Narrow" panose="020B0604020202020204" pitchFamily="34" charset="0"/>
                  </a:rPr>
                  <a:t>)</a:t>
                </a:r>
              </a:p>
              <a:p>
                <a:pPr>
                  <a:lnSpc>
                    <a:spcPct val="130000"/>
                  </a:lnSpc>
                </a:pPr>
                <a:r>
                  <a:rPr lang="en-US" dirty="0">
                    <a:latin typeface="Arial Narrow" panose="020B0604020202020204" pitchFamily="34" charset="0"/>
                    <a:cs typeface="Arial Narrow" panose="020B0604020202020204" pitchFamily="34" charset="0"/>
                  </a:rPr>
                  <a:t>	Compute </a:t>
                </a:r>
                <a14:m>
                  <m:oMath xmlns:m="http://schemas.openxmlformats.org/officeDocument/2006/math">
                    <m:r>
                      <a:rPr lang="en-US" i="1">
                        <a:latin typeface="Cambria Math" panose="02040503050406030204" pitchFamily="18" charset="0"/>
                        <a:ea typeface="Cambria Math" panose="02040503050406030204" pitchFamily="18" charset="0"/>
                      </a:rPr>
                      <m:t>ℒ</m:t>
                    </m:r>
                  </m:oMath>
                </a14:m>
                <a:r>
                  <a:rPr lang="en-US" dirty="0">
                    <a:latin typeface="Arial Narrow" panose="020B0604020202020204" pitchFamily="34" charset="0"/>
                    <a:cs typeface="Arial Narrow" panose="020B0604020202020204" pitchFamily="34" charset="0"/>
                  </a:rPr>
                  <a:t> by comparing </a:t>
                </a:r>
                <a14:m>
                  <m:oMath xmlns:m="http://schemas.openxmlformats.org/officeDocument/2006/math">
                    <m:sSubSup>
                      <m:sSubSupPr>
                        <m:ctrlPr>
                          <a:rPr lang="en-US" i="1" smtClean="0">
                            <a:latin typeface="Cambria Math" panose="02040503050406030204" pitchFamily="18" charset="0"/>
                          </a:rPr>
                        </m:ctrlPr>
                      </m:sSubSupPr>
                      <m:e>
                        <m:r>
                          <a:rPr lang="en-US" b="0" i="1" smtClean="0">
                            <a:latin typeface="Cambria Math" panose="02040503050406030204" pitchFamily="18" charset="0"/>
                          </a:rPr>
                          <m:t>𝑒</m:t>
                        </m:r>
                      </m:e>
                      <m:sub>
                        <m:r>
                          <a:rPr lang="en-US" b="0" i="1" smtClean="0">
                            <a:latin typeface="Cambria Math" panose="02040503050406030204" pitchFamily="18" charset="0"/>
                          </a:rPr>
                          <m:t>𝑖𝑗</m:t>
                        </m:r>
                      </m:sub>
                      <m:sup>
                        <m:r>
                          <a:rPr lang="en-US" b="0" i="1" smtClean="0">
                            <a:latin typeface="Cambria Math" panose="02040503050406030204" pitchFamily="18" charset="0"/>
                          </a:rPr>
                          <m:t>𝑛𝑒𝑎𝑟</m:t>
                        </m:r>
                      </m:sup>
                    </m:sSubSup>
                  </m:oMath>
                </a14:m>
                <a:r>
                  <a:rPr lang="en-US" dirty="0">
                    <a:latin typeface="Arial Narrow" panose="020B0604020202020204" pitchFamily="34" charset="0"/>
                    <a:cs typeface="Arial Narrow" panose="020B0604020202020204" pitchFamily="34" charset="0"/>
                  </a:rPr>
                  <a:t> and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𝑒</m:t>
                        </m:r>
                      </m:e>
                      <m:sub>
                        <m:r>
                          <a:rPr lang="en-US" i="1">
                            <a:latin typeface="Cambria Math" panose="02040503050406030204" pitchFamily="18" charset="0"/>
                          </a:rPr>
                          <m:t>𝑖𝑗</m:t>
                        </m:r>
                      </m:sub>
                      <m:sup>
                        <m:r>
                          <a:rPr lang="en-US" b="0" i="1" smtClean="0">
                            <a:latin typeface="Cambria Math" panose="02040503050406030204" pitchFamily="18" charset="0"/>
                          </a:rPr>
                          <m:t>𝑓𝑎𝑟</m:t>
                        </m:r>
                      </m:sup>
                    </m:sSubSup>
                  </m:oMath>
                </a14:m>
                <a:endParaRPr lang="en-US" dirty="0">
                  <a:latin typeface="Arial Narrow" panose="020B0604020202020204" pitchFamily="34" charset="0"/>
                  <a:cs typeface="Arial Narrow" panose="020B0604020202020204" pitchFamily="34" charset="0"/>
                </a:endParaRPr>
              </a:p>
              <a:p>
                <a:pPr>
                  <a:lnSpc>
                    <a:spcPct val="130000"/>
                  </a:lnSpc>
                </a:pPr>
                <a:r>
                  <a:rPr lang="en-US" dirty="0">
                    <a:latin typeface="Arial Narrow" panose="020B0604020202020204" pitchFamily="34" charset="0"/>
                    <a:cs typeface="Arial Narrow" panose="020B0604020202020204" pitchFamily="34" charset="0"/>
                  </a:rPr>
                  <a:t>	Backpropagate</a:t>
                </a:r>
              </a:p>
              <a:p>
                <a:pPr>
                  <a:lnSpc>
                    <a:spcPct val="130000"/>
                  </a:lnSpc>
                </a:pPr>
                <a:r>
                  <a:rPr lang="en-US" dirty="0">
                    <a:latin typeface="Arial Narrow" panose="020B0604020202020204" pitchFamily="34" charset="0"/>
                    <a:cs typeface="Arial Narrow" panose="020B0604020202020204" pitchFamily="34" charset="0"/>
                  </a:rPr>
                  <a:t>	Update parameters</a:t>
                </a:r>
              </a:p>
            </p:txBody>
          </p:sp>
        </mc:Choice>
        <mc:Fallback xmlns="">
          <p:sp>
            <p:nvSpPr>
              <p:cNvPr id="59" name="TextBox 58">
                <a:extLst>
                  <a:ext uri="{FF2B5EF4-FFF2-40B4-BE49-F238E27FC236}">
                    <a16:creationId xmlns:a16="http://schemas.microsoft.com/office/drawing/2014/main" id="{7D5CA1CB-9B78-E693-7724-BB4B15B1B933}"/>
                  </a:ext>
                </a:extLst>
              </p:cNvPr>
              <p:cNvSpPr txBox="1">
                <a:spLocks noRot="1" noChangeAspect="1" noMove="1" noResize="1" noEditPoints="1" noAdjustHandles="1" noChangeArrowheads="1" noChangeShapeType="1" noTextEdit="1"/>
              </p:cNvSpPr>
              <p:nvPr/>
            </p:nvSpPr>
            <p:spPr>
              <a:xfrm>
                <a:off x="5652243" y="2297608"/>
                <a:ext cx="5360122" cy="2106346"/>
              </a:xfrm>
              <a:prstGeom prst="rect">
                <a:avLst/>
              </a:prstGeom>
              <a:blipFill>
                <a:blip r:embed="rId14"/>
                <a:stretch>
                  <a:fillRect l="-473" b="-3593"/>
                </a:stretch>
              </a:blipFill>
            </p:spPr>
            <p:txBody>
              <a:bodyPr/>
              <a:lstStyle/>
              <a:p>
                <a:r>
                  <a:rPr lang="en-US">
                    <a:noFill/>
                  </a:rPr>
                  <a:t> </a:t>
                </a:r>
              </a:p>
            </p:txBody>
          </p:sp>
        </mc:Fallback>
      </mc:AlternateContent>
      <p:sp>
        <p:nvSpPr>
          <p:cNvPr id="60" name="TextBox 59">
            <a:extLst>
              <a:ext uri="{FF2B5EF4-FFF2-40B4-BE49-F238E27FC236}">
                <a16:creationId xmlns:a16="http://schemas.microsoft.com/office/drawing/2014/main" id="{DD18F6FD-6A2E-069F-F96C-467F4B6CA799}"/>
              </a:ext>
            </a:extLst>
          </p:cNvPr>
          <p:cNvSpPr txBox="1"/>
          <p:nvPr/>
        </p:nvSpPr>
        <p:spPr>
          <a:xfrm>
            <a:off x="5166025" y="801741"/>
            <a:ext cx="4282775" cy="369332"/>
          </a:xfrm>
          <a:prstGeom prst="rect">
            <a:avLst/>
          </a:prstGeom>
          <a:noFill/>
        </p:spPr>
        <p:txBody>
          <a:bodyPr wrap="none" rtlCol="0">
            <a:spAutoFit/>
          </a:bodyPr>
          <a:lstStyle/>
          <a:p>
            <a:r>
              <a:rPr lang="en-US" dirty="0">
                <a:latin typeface="Arial Narrow" panose="020B0604020202020204" pitchFamily="34" charset="0"/>
                <a:ea typeface="Cambria Math" panose="02040503050406030204" pitchFamily="18" charset="0"/>
                <a:cs typeface="Arial Narrow" panose="020B0604020202020204" pitchFamily="34" charset="0"/>
              </a:rPr>
              <a:t>&lt; Graph representation + Attention mechanism &gt;</a:t>
            </a:r>
            <a:endParaRPr lang="en-US" dirty="0">
              <a:latin typeface="Arial Narrow" panose="020B0604020202020204" pitchFamily="34" charset="0"/>
              <a:cs typeface="Arial Narrow" panose="020B0604020202020204" pitchFamily="34" charset="0"/>
            </a:endParaRPr>
          </a:p>
        </p:txBody>
      </p:sp>
      <p:sp>
        <p:nvSpPr>
          <p:cNvPr id="61" name="TextBox 60">
            <a:extLst>
              <a:ext uri="{FF2B5EF4-FFF2-40B4-BE49-F238E27FC236}">
                <a16:creationId xmlns:a16="http://schemas.microsoft.com/office/drawing/2014/main" id="{62FA9CF3-34FC-E93A-CE05-340A890CA514}"/>
              </a:ext>
            </a:extLst>
          </p:cNvPr>
          <p:cNvSpPr txBox="1"/>
          <p:nvPr/>
        </p:nvSpPr>
        <p:spPr>
          <a:xfrm>
            <a:off x="5652243" y="4778051"/>
            <a:ext cx="6300945" cy="1134093"/>
          </a:xfrm>
          <a:prstGeom prst="rect">
            <a:avLst/>
          </a:prstGeom>
          <a:noFill/>
        </p:spPr>
        <p:txBody>
          <a:bodyPr wrap="square" rtlCol="0">
            <a:spAutoFit/>
          </a:bodyPr>
          <a:lstStyle/>
          <a:p>
            <a:pPr marL="285750" indent="-285750">
              <a:lnSpc>
                <a:spcPct val="130000"/>
              </a:lnSpc>
              <a:buFont typeface="Arial" panose="020B0604020202020204" pitchFamily="34" charset="0"/>
              <a:buChar char="•"/>
            </a:pPr>
            <a:r>
              <a:rPr lang="en-US" dirty="0">
                <a:latin typeface="Arial Narrow" panose="020B0604020202020204" pitchFamily="34" charset="0"/>
                <a:cs typeface="Arial Narrow" panose="020B0604020202020204" pitchFamily="34" charset="0"/>
              </a:rPr>
              <a:t>Ensuring that the model learns both node- and edge-level features and differentiate near destinations and distant destinations</a:t>
            </a:r>
          </a:p>
          <a:p>
            <a:pPr marL="285750" indent="-285750">
              <a:lnSpc>
                <a:spcPct val="130000"/>
              </a:lnSpc>
              <a:buFont typeface="Arial" panose="020B0604020202020204" pitchFamily="34" charset="0"/>
              <a:buChar char="•"/>
            </a:pPr>
            <a:r>
              <a:rPr lang="en-US" dirty="0">
                <a:latin typeface="Arial Narrow" panose="020B0604020202020204" pitchFamily="34" charset="0"/>
                <a:cs typeface="Arial Narrow" panose="020B0604020202020204" pitchFamily="34" charset="0"/>
              </a:rPr>
              <a:t>Avoiding </a:t>
            </a:r>
            <a:r>
              <a:rPr lang="en-US" altLang="ko-KR" dirty="0">
                <a:latin typeface="Arial Narrow" panose="020B0604020202020204" pitchFamily="34" charset="0"/>
                <a:cs typeface="Arial Narrow" panose="020B0604020202020204" pitchFamily="34" charset="0"/>
              </a:rPr>
              <a:t>“black box” problem of a GAT model</a:t>
            </a:r>
            <a:endParaRPr lang="en-US" dirty="0">
              <a:latin typeface="Arial Narrow" panose="020B0604020202020204" pitchFamily="34" charset="0"/>
              <a:cs typeface="Arial Narrow" panose="020B0604020202020204" pitchFamily="34" charset="0"/>
            </a:endParaRPr>
          </a:p>
        </p:txBody>
      </p:sp>
    </p:spTree>
    <p:extLst>
      <p:ext uri="{BB962C8B-B14F-4D97-AF65-F5344CB8AC3E}">
        <p14:creationId xmlns:p14="http://schemas.microsoft.com/office/powerpoint/2010/main" val="48688428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57594CA5-E45F-1EC3-245A-BCD4B33528B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5DE02E0-64BE-7EDC-E062-AE9F6E7E82B2}"/>
              </a:ext>
            </a:extLst>
          </p:cNvPr>
          <p:cNvSpPr txBox="1"/>
          <p:nvPr/>
        </p:nvSpPr>
        <p:spPr>
          <a:xfrm>
            <a:off x="54000" y="54000"/>
            <a:ext cx="2191947" cy="461665"/>
          </a:xfrm>
          <a:prstGeom prst="rect">
            <a:avLst/>
          </a:prstGeom>
          <a:noFill/>
        </p:spPr>
        <p:txBody>
          <a:bodyPr wrap="none" rtlCol="0">
            <a:spAutoFit/>
          </a:bodyPr>
          <a:lstStyle/>
          <a:p>
            <a:r>
              <a:rPr lang="en-US" sz="2400" b="1" dirty="0">
                <a:latin typeface="Cambria" panose="02040503050406030204" pitchFamily="18" charset="0"/>
              </a:rPr>
              <a:t>Micromobility</a:t>
            </a:r>
          </a:p>
        </p:txBody>
      </p:sp>
      <p:sp>
        <p:nvSpPr>
          <p:cNvPr id="3" name="Slide Number Placeholder 2">
            <a:extLst>
              <a:ext uri="{FF2B5EF4-FFF2-40B4-BE49-F238E27FC236}">
                <a16:creationId xmlns:a16="http://schemas.microsoft.com/office/drawing/2014/main" id="{237E923E-DA8C-909D-9A81-7D044F74774F}"/>
              </a:ext>
            </a:extLst>
          </p:cNvPr>
          <p:cNvSpPr>
            <a:spLocks noGrp="1"/>
          </p:cNvSpPr>
          <p:nvPr>
            <p:ph type="sldNum" sz="quarter" idx="12"/>
          </p:nvPr>
        </p:nvSpPr>
        <p:spPr/>
        <p:txBody>
          <a:bodyPr/>
          <a:lstStyle/>
          <a:p>
            <a:fld id="{34669F9B-C74E-1E47-8F30-C84D54984EEE}" type="slidenum">
              <a:rPr lang="en-US" smtClean="0"/>
              <a:t>5</a:t>
            </a:fld>
            <a:endParaRPr lang="en-US"/>
          </a:p>
        </p:txBody>
      </p:sp>
      <p:sp>
        <p:nvSpPr>
          <p:cNvPr id="2" name="TextBox 1">
            <a:extLst>
              <a:ext uri="{FF2B5EF4-FFF2-40B4-BE49-F238E27FC236}">
                <a16:creationId xmlns:a16="http://schemas.microsoft.com/office/drawing/2014/main" id="{996D7DE7-B5F8-7226-423E-BCA4406C2433}"/>
              </a:ext>
            </a:extLst>
          </p:cNvPr>
          <p:cNvSpPr txBox="1"/>
          <p:nvPr/>
        </p:nvSpPr>
        <p:spPr>
          <a:xfrm>
            <a:off x="489407" y="712269"/>
            <a:ext cx="2342244" cy="369332"/>
          </a:xfrm>
          <a:prstGeom prst="rect">
            <a:avLst/>
          </a:prstGeom>
          <a:noFill/>
        </p:spPr>
        <p:txBody>
          <a:bodyPr wrap="none" rtlCol="0">
            <a:spAutoFit/>
          </a:bodyPr>
          <a:lstStyle/>
          <a:p>
            <a:r>
              <a:rPr lang="en-US" dirty="0">
                <a:latin typeface="Arial Narrow" panose="020B0604020202020204" pitchFamily="34" charset="0"/>
                <a:cs typeface="Arial Narrow" panose="020B0604020202020204" pitchFamily="34" charset="0"/>
              </a:rPr>
              <a:t>Weather data from </a:t>
            </a:r>
            <a:r>
              <a:rPr lang="en-US" dirty="0">
                <a:latin typeface="Arial Narrow" panose="020B0604020202020204" pitchFamily="34" charset="0"/>
                <a:cs typeface="Arial Narrow" panose="020B0604020202020204" pitchFamily="34" charset="0"/>
                <a:hlinkClick r:id="rId4"/>
              </a:rPr>
              <a:t>NOAA</a:t>
            </a:r>
            <a:endParaRPr lang="en-US" dirty="0">
              <a:latin typeface="Arial Narrow" panose="020B0604020202020204" pitchFamily="34" charset="0"/>
              <a:cs typeface="Arial Narrow" panose="020B0604020202020204" pitchFamily="34" charset="0"/>
            </a:endParaRPr>
          </a:p>
        </p:txBody>
      </p:sp>
      <p:pic>
        <p:nvPicPr>
          <p:cNvPr id="6" name="Picture 5">
            <a:extLst>
              <a:ext uri="{FF2B5EF4-FFF2-40B4-BE49-F238E27FC236}">
                <a16:creationId xmlns:a16="http://schemas.microsoft.com/office/drawing/2014/main" id="{8D4CEA7E-72A6-64C3-CBBD-15F2F4ADEDE1}"/>
              </a:ext>
            </a:extLst>
          </p:cNvPr>
          <p:cNvPicPr>
            <a:picLocks noChangeAspect="1"/>
          </p:cNvPicPr>
          <p:nvPr/>
        </p:nvPicPr>
        <p:blipFill>
          <a:blip r:embed="rId5"/>
          <a:stretch>
            <a:fillRect/>
          </a:stretch>
        </p:blipFill>
        <p:spPr>
          <a:xfrm>
            <a:off x="160307" y="1280611"/>
            <a:ext cx="11871385" cy="4807865"/>
          </a:xfrm>
          <a:prstGeom prst="rect">
            <a:avLst/>
          </a:prstGeom>
        </p:spPr>
      </p:pic>
      <p:sp>
        <p:nvSpPr>
          <p:cNvPr id="7" name="TextBox 6">
            <a:extLst>
              <a:ext uri="{FF2B5EF4-FFF2-40B4-BE49-F238E27FC236}">
                <a16:creationId xmlns:a16="http://schemas.microsoft.com/office/drawing/2014/main" id="{D1A569EB-7D5C-2D14-0671-7354BB71BCB8}"/>
              </a:ext>
            </a:extLst>
          </p:cNvPr>
          <p:cNvSpPr txBox="1"/>
          <p:nvPr/>
        </p:nvSpPr>
        <p:spPr>
          <a:xfrm>
            <a:off x="3436219" y="896935"/>
            <a:ext cx="1412887" cy="338554"/>
          </a:xfrm>
          <a:prstGeom prst="rect">
            <a:avLst/>
          </a:prstGeom>
          <a:noFill/>
        </p:spPr>
        <p:txBody>
          <a:bodyPr wrap="none" rtlCol="0">
            <a:spAutoFit/>
          </a:bodyPr>
          <a:lstStyle/>
          <a:p>
            <a:r>
              <a:rPr lang="en-US" sz="1600" dirty="0">
                <a:solidFill>
                  <a:srgbClr val="FF0000"/>
                </a:solidFill>
                <a:latin typeface="Arial Narrow" panose="020B0604020202020204" pitchFamily="34" charset="0"/>
                <a:cs typeface="Arial Narrow" panose="020B0604020202020204" pitchFamily="34" charset="0"/>
              </a:rPr>
              <a:t>Avg. wind speed</a:t>
            </a:r>
          </a:p>
        </p:txBody>
      </p:sp>
      <p:sp>
        <p:nvSpPr>
          <p:cNvPr id="8" name="TextBox 7">
            <a:extLst>
              <a:ext uri="{FF2B5EF4-FFF2-40B4-BE49-F238E27FC236}">
                <a16:creationId xmlns:a16="http://schemas.microsoft.com/office/drawing/2014/main" id="{B7ED30AE-D9A6-05F7-419E-B1CF3EAB1104}"/>
              </a:ext>
            </a:extLst>
          </p:cNvPr>
          <p:cNvSpPr txBox="1"/>
          <p:nvPr/>
        </p:nvSpPr>
        <p:spPr>
          <a:xfrm>
            <a:off x="4822257" y="896935"/>
            <a:ext cx="1106393" cy="338554"/>
          </a:xfrm>
          <a:prstGeom prst="rect">
            <a:avLst/>
          </a:prstGeom>
          <a:noFill/>
        </p:spPr>
        <p:txBody>
          <a:bodyPr wrap="none" rtlCol="0">
            <a:spAutoFit/>
          </a:bodyPr>
          <a:lstStyle/>
          <a:p>
            <a:r>
              <a:rPr lang="en-US" sz="1600" dirty="0">
                <a:solidFill>
                  <a:srgbClr val="FF0000"/>
                </a:solidFill>
                <a:latin typeface="Arial Narrow" panose="020B0604020202020204" pitchFamily="34" charset="0"/>
                <a:cs typeface="Arial Narrow" panose="020B0604020202020204" pitchFamily="34" charset="0"/>
              </a:rPr>
              <a:t>Precipitation</a:t>
            </a:r>
          </a:p>
        </p:txBody>
      </p:sp>
      <p:sp>
        <p:nvSpPr>
          <p:cNvPr id="9" name="TextBox 8">
            <a:extLst>
              <a:ext uri="{FF2B5EF4-FFF2-40B4-BE49-F238E27FC236}">
                <a16:creationId xmlns:a16="http://schemas.microsoft.com/office/drawing/2014/main" id="{D4B08BBA-38F6-B130-1B25-0019138EB821}"/>
              </a:ext>
            </a:extLst>
          </p:cNvPr>
          <p:cNvSpPr txBox="1"/>
          <p:nvPr/>
        </p:nvSpPr>
        <p:spPr>
          <a:xfrm>
            <a:off x="9182501" y="942057"/>
            <a:ext cx="1209562" cy="338554"/>
          </a:xfrm>
          <a:prstGeom prst="rect">
            <a:avLst/>
          </a:prstGeom>
          <a:noFill/>
        </p:spPr>
        <p:txBody>
          <a:bodyPr wrap="none" rtlCol="0">
            <a:spAutoFit/>
          </a:bodyPr>
          <a:lstStyle/>
          <a:p>
            <a:r>
              <a:rPr lang="en-US" sz="1600" dirty="0">
                <a:solidFill>
                  <a:srgbClr val="FF0000"/>
                </a:solidFill>
                <a:latin typeface="Arial Narrow" panose="020B0604020202020204" pitchFamily="34" charset="0"/>
                <a:cs typeface="Arial Narrow" panose="020B0604020202020204" pitchFamily="34" charset="0"/>
              </a:rPr>
              <a:t>Temperatures</a:t>
            </a:r>
          </a:p>
        </p:txBody>
      </p:sp>
    </p:spTree>
    <p:extLst>
      <p:ext uri="{BB962C8B-B14F-4D97-AF65-F5344CB8AC3E}">
        <p14:creationId xmlns:p14="http://schemas.microsoft.com/office/powerpoint/2010/main" val="13528844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Picture 24">
            <a:extLst>
              <a:ext uri="{FF2B5EF4-FFF2-40B4-BE49-F238E27FC236}">
                <a16:creationId xmlns:a16="http://schemas.microsoft.com/office/drawing/2014/main" id="{63B74D69-2C09-AF41-4D1A-8FC795359E18}"/>
              </a:ext>
            </a:extLst>
          </p:cNvPr>
          <p:cNvPicPr>
            <a:picLocks noChangeAspect="1"/>
          </p:cNvPicPr>
          <p:nvPr/>
        </p:nvPicPr>
        <p:blipFill>
          <a:blip r:embed="rId2"/>
          <a:stretch>
            <a:fillRect/>
          </a:stretch>
        </p:blipFill>
        <p:spPr>
          <a:xfrm>
            <a:off x="136812" y="423741"/>
            <a:ext cx="3417093" cy="2811532"/>
          </a:xfrm>
          <a:prstGeom prst="rect">
            <a:avLst/>
          </a:prstGeom>
        </p:spPr>
      </p:pic>
      <p:sp>
        <p:nvSpPr>
          <p:cNvPr id="14" name="TextBox 13">
            <a:extLst>
              <a:ext uri="{FF2B5EF4-FFF2-40B4-BE49-F238E27FC236}">
                <a16:creationId xmlns:a16="http://schemas.microsoft.com/office/drawing/2014/main" id="{D629E02E-B196-B3A9-9338-2B90E75DDC4B}"/>
              </a:ext>
            </a:extLst>
          </p:cNvPr>
          <p:cNvSpPr txBox="1"/>
          <p:nvPr/>
        </p:nvSpPr>
        <p:spPr>
          <a:xfrm>
            <a:off x="994251" y="49090"/>
            <a:ext cx="10203499" cy="461665"/>
          </a:xfrm>
          <a:prstGeom prst="rect">
            <a:avLst/>
          </a:prstGeom>
          <a:noFill/>
        </p:spPr>
        <p:txBody>
          <a:bodyPr wrap="none" rtlCol="0">
            <a:spAutoFit/>
          </a:bodyPr>
          <a:lstStyle/>
          <a:p>
            <a:pPr algn="ctr"/>
            <a:r>
              <a:rPr lang="en-US" sz="2400" b="1" dirty="0">
                <a:latin typeface="Cambria" panose="02040503050406030204" pitchFamily="18" charset="0"/>
              </a:rPr>
              <a:t>Spatial and Temporal Functional Patterns of Seoul’s Public Bike Service</a:t>
            </a:r>
          </a:p>
        </p:txBody>
      </p:sp>
      <p:grpSp>
        <p:nvGrpSpPr>
          <p:cNvPr id="27" name="Group 26">
            <a:extLst>
              <a:ext uri="{FF2B5EF4-FFF2-40B4-BE49-F238E27FC236}">
                <a16:creationId xmlns:a16="http://schemas.microsoft.com/office/drawing/2014/main" id="{B129A3AC-3BF4-846E-B7E7-67F590566486}"/>
              </a:ext>
            </a:extLst>
          </p:cNvPr>
          <p:cNvGrpSpPr/>
          <p:nvPr/>
        </p:nvGrpSpPr>
        <p:grpSpPr>
          <a:xfrm>
            <a:off x="139899" y="565924"/>
            <a:ext cx="1099918" cy="727285"/>
            <a:chOff x="139899" y="801596"/>
            <a:chExt cx="1099918" cy="727285"/>
          </a:xfrm>
        </p:grpSpPr>
        <p:sp>
          <p:nvSpPr>
            <p:cNvPr id="19" name="Oval 18">
              <a:extLst>
                <a:ext uri="{FF2B5EF4-FFF2-40B4-BE49-F238E27FC236}">
                  <a16:creationId xmlns:a16="http://schemas.microsoft.com/office/drawing/2014/main" id="{C74E023F-D206-445E-0169-A5A74FE3D136}"/>
                </a:ext>
              </a:extLst>
            </p:cNvPr>
            <p:cNvSpPr>
              <a:spLocks noChangeAspect="1"/>
            </p:cNvSpPr>
            <p:nvPr/>
          </p:nvSpPr>
          <p:spPr>
            <a:xfrm>
              <a:off x="265899" y="910554"/>
              <a:ext cx="36000" cy="36000"/>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7430C82E-49F7-C8CA-A92A-7ED641F6E281}"/>
                </a:ext>
              </a:extLst>
            </p:cNvPr>
            <p:cNvSpPr txBox="1"/>
            <p:nvPr/>
          </p:nvSpPr>
          <p:spPr>
            <a:xfrm>
              <a:off x="439598" y="801596"/>
              <a:ext cx="750526" cy="253916"/>
            </a:xfrm>
            <a:prstGeom prst="rect">
              <a:avLst/>
            </a:prstGeom>
            <a:noFill/>
          </p:spPr>
          <p:txBody>
            <a:bodyPr wrap="none" rtlCol="0">
              <a:spAutoFit/>
            </a:bodyPr>
            <a:lstStyle/>
            <a:p>
              <a:r>
                <a:rPr lang="en-US" sz="1000" dirty="0">
                  <a:latin typeface="Arial Narrow" panose="020B0604020202020204" pitchFamily="34" charset="0"/>
                  <a:cs typeface="Arial Narrow" panose="020B0604020202020204" pitchFamily="34" charset="0"/>
                </a:rPr>
                <a:t>Bike station</a:t>
              </a:r>
            </a:p>
          </p:txBody>
        </p:sp>
        <p:sp>
          <p:nvSpPr>
            <p:cNvPr id="21" name="Rectangle 20">
              <a:extLst>
                <a:ext uri="{FF2B5EF4-FFF2-40B4-BE49-F238E27FC236}">
                  <a16:creationId xmlns:a16="http://schemas.microsoft.com/office/drawing/2014/main" id="{5E084A2C-9898-3CC7-4A7B-8DC3234038DE}"/>
                </a:ext>
              </a:extLst>
            </p:cNvPr>
            <p:cNvSpPr/>
            <p:nvPr/>
          </p:nvSpPr>
          <p:spPr>
            <a:xfrm>
              <a:off x="139899" y="1100580"/>
              <a:ext cx="288000" cy="137012"/>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4452E508-7296-B5D3-24F4-8465EB11009F}"/>
                </a:ext>
              </a:extLst>
            </p:cNvPr>
            <p:cNvSpPr txBox="1"/>
            <p:nvPr/>
          </p:nvSpPr>
          <p:spPr>
            <a:xfrm>
              <a:off x="439598" y="1042128"/>
              <a:ext cx="800219" cy="253916"/>
            </a:xfrm>
            <a:prstGeom prst="rect">
              <a:avLst/>
            </a:prstGeom>
            <a:noFill/>
          </p:spPr>
          <p:txBody>
            <a:bodyPr wrap="none" rtlCol="0">
              <a:spAutoFit/>
            </a:bodyPr>
            <a:lstStyle/>
            <a:p>
              <a:r>
                <a:rPr lang="en-US" sz="1000" dirty="0">
                  <a:latin typeface="Arial Narrow" panose="020B0604020202020204" pitchFamily="34" charset="0"/>
                  <a:cs typeface="Arial Narrow" panose="020B0604020202020204" pitchFamily="34" charset="0"/>
                </a:rPr>
                <a:t>Service area</a:t>
              </a:r>
            </a:p>
          </p:txBody>
        </p:sp>
        <p:sp>
          <p:nvSpPr>
            <p:cNvPr id="23" name="Rectangle 22">
              <a:extLst>
                <a:ext uri="{FF2B5EF4-FFF2-40B4-BE49-F238E27FC236}">
                  <a16:creationId xmlns:a16="http://schemas.microsoft.com/office/drawing/2014/main" id="{B06A1B12-FE86-BFCC-9F75-238F8C4970FD}"/>
                </a:ext>
              </a:extLst>
            </p:cNvPr>
            <p:cNvSpPr/>
            <p:nvPr/>
          </p:nvSpPr>
          <p:spPr>
            <a:xfrm>
              <a:off x="139899" y="1337264"/>
              <a:ext cx="288000" cy="137012"/>
            </a:xfrm>
            <a:prstGeom prst="rect">
              <a:avLst/>
            </a:prstGeom>
            <a:solidFill>
              <a:srgbClr val="87CEEC"/>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4B7D1C2B-0B06-A284-6F9C-B370A9FD6976}"/>
                </a:ext>
              </a:extLst>
            </p:cNvPr>
            <p:cNvSpPr txBox="1"/>
            <p:nvPr/>
          </p:nvSpPr>
          <p:spPr>
            <a:xfrm>
              <a:off x="439598" y="1282660"/>
              <a:ext cx="522900" cy="246221"/>
            </a:xfrm>
            <a:prstGeom prst="rect">
              <a:avLst/>
            </a:prstGeom>
            <a:noFill/>
          </p:spPr>
          <p:txBody>
            <a:bodyPr wrap="none" rtlCol="0">
              <a:spAutoFit/>
            </a:bodyPr>
            <a:lstStyle/>
            <a:p>
              <a:r>
                <a:rPr lang="en-US" sz="1000" dirty="0">
                  <a:latin typeface="Arial Narrow" panose="020B0604020202020204" pitchFamily="34" charset="0"/>
                  <a:cs typeface="Arial Narrow" panose="020B0604020202020204" pitchFamily="34" charset="0"/>
                </a:rPr>
                <a:t>Stream</a:t>
              </a:r>
            </a:p>
          </p:txBody>
        </p:sp>
      </p:grpSp>
      <p:pic>
        <p:nvPicPr>
          <p:cNvPr id="26" name="Picture 25">
            <a:extLst>
              <a:ext uri="{FF2B5EF4-FFF2-40B4-BE49-F238E27FC236}">
                <a16:creationId xmlns:a16="http://schemas.microsoft.com/office/drawing/2014/main" id="{721DA5EC-B21E-601F-A5B9-FFFA0A4AE003}"/>
              </a:ext>
            </a:extLst>
          </p:cNvPr>
          <p:cNvPicPr>
            <a:picLocks noChangeAspect="1"/>
          </p:cNvPicPr>
          <p:nvPr/>
        </p:nvPicPr>
        <p:blipFill>
          <a:blip r:embed="rId3"/>
          <a:stretch>
            <a:fillRect/>
          </a:stretch>
        </p:blipFill>
        <p:spPr>
          <a:xfrm>
            <a:off x="0" y="3197933"/>
            <a:ext cx="3553905" cy="2349191"/>
          </a:xfrm>
          <a:prstGeom prst="rect">
            <a:avLst/>
          </a:prstGeom>
        </p:spPr>
      </p:pic>
      <p:pic>
        <p:nvPicPr>
          <p:cNvPr id="38" name="Picture 37">
            <a:extLst>
              <a:ext uri="{FF2B5EF4-FFF2-40B4-BE49-F238E27FC236}">
                <a16:creationId xmlns:a16="http://schemas.microsoft.com/office/drawing/2014/main" id="{7C0664CB-A22D-9531-5890-92C9A611FCB6}"/>
              </a:ext>
            </a:extLst>
          </p:cNvPr>
          <p:cNvPicPr>
            <a:picLocks noChangeAspect="1"/>
          </p:cNvPicPr>
          <p:nvPr/>
        </p:nvPicPr>
        <p:blipFill>
          <a:blip r:embed="rId4"/>
          <a:stretch>
            <a:fillRect/>
          </a:stretch>
        </p:blipFill>
        <p:spPr>
          <a:xfrm>
            <a:off x="3619892" y="565168"/>
            <a:ext cx="3390924" cy="2790000"/>
          </a:xfrm>
          <a:prstGeom prst="rect">
            <a:avLst/>
          </a:prstGeom>
        </p:spPr>
      </p:pic>
      <p:pic>
        <p:nvPicPr>
          <p:cNvPr id="39" name="Picture 38">
            <a:extLst>
              <a:ext uri="{FF2B5EF4-FFF2-40B4-BE49-F238E27FC236}">
                <a16:creationId xmlns:a16="http://schemas.microsoft.com/office/drawing/2014/main" id="{057A5374-C167-39A7-C982-E84057150131}"/>
              </a:ext>
            </a:extLst>
          </p:cNvPr>
          <p:cNvPicPr>
            <a:picLocks noChangeAspect="1"/>
          </p:cNvPicPr>
          <p:nvPr/>
        </p:nvPicPr>
        <p:blipFill>
          <a:blip r:embed="rId5"/>
          <a:stretch>
            <a:fillRect/>
          </a:stretch>
        </p:blipFill>
        <p:spPr>
          <a:xfrm>
            <a:off x="7905652" y="567563"/>
            <a:ext cx="3386548" cy="2786400"/>
          </a:xfrm>
          <a:prstGeom prst="rect">
            <a:avLst/>
          </a:prstGeom>
        </p:spPr>
      </p:pic>
      <p:pic>
        <p:nvPicPr>
          <p:cNvPr id="40" name="Picture 39">
            <a:extLst>
              <a:ext uri="{FF2B5EF4-FFF2-40B4-BE49-F238E27FC236}">
                <a16:creationId xmlns:a16="http://schemas.microsoft.com/office/drawing/2014/main" id="{C406AB9A-F431-0417-9ADB-28E9DB2B699D}"/>
              </a:ext>
            </a:extLst>
          </p:cNvPr>
          <p:cNvPicPr>
            <a:picLocks noChangeAspect="1"/>
          </p:cNvPicPr>
          <p:nvPr/>
        </p:nvPicPr>
        <p:blipFill>
          <a:blip r:embed="rId6"/>
          <a:stretch>
            <a:fillRect/>
          </a:stretch>
        </p:blipFill>
        <p:spPr>
          <a:xfrm>
            <a:off x="3624268" y="3525029"/>
            <a:ext cx="3386548" cy="2786400"/>
          </a:xfrm>
          <a:prstGeom prst="rect">
            <a:avLst/>
          </a:prstGeom>
        </p:spPr>
      </p:pic>
      <p:pic>
        <p:nvPicPr>
          <p:cNvPr id="41" name="Picture 40">
            <a:extLst>
              <a:ext uri="{FF2B5EF4-FFF2-40B4-BE49-F238E27FC236}">
                <a16:creationId xmlns:a16="http://schemas.microsoft.com/office/drawing/2014/main" id="{51CA6C9A-BA1E-0181-1A40-276BE62C8829}"/>
              </a:ext>
            </a:extLst>
          </p:cNvPr>
          <p:cNvPicPr>
            <a:picLocks noChangeAspect="1"/>
          </p:cNvPicPr>
          <p:nvPr/>
        </p:nvPicPr>
        <p:blipFill>
          <a:blip r:embed="rId7"/>
          <a:stretch>
            <a:fillRect/>
          </a:stretch>
        </p:blipFill>
        <p:spPr>
          <a:xfrm>
            <a:off x="7905652" y="3525029"/>
            <a:ext cx="3386548" cy="2786400"/>
          </a:xfrm>
          <a:prstGeom prst="rect">
            <a:avLst/>
          </a:prstGeom>
        </p:spPr>
      </p:pic>
    </p:spTree>
    <p:extLst>
      <p:ext uri="{BB962C8B-B14F-4D97-AF65-F5344CB8AC3E}">
        <p14:creationId xmlns:p14="http://schemas.microsoft.com/office/powerpoint/2010/main" val="6681296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395C69-FC53-73AB-E007-C6230F0D4CFD}"/>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FD358ECB-BC50-940D-CA66-963FF7D4B032}"/>
              </a:ext>
            </a:extLst>
          </p:cNvPr>
          <p:cNvPicPr>
            <a:picLocks noChangeAspect="1"/>
          </p:cNvPicPr>
          <p:nvPr/>
        </p:nvPicPr>
        <p:blipFill>
          <a:blip r:embed="rId2"/>
          <a:stretch>
            <a:fillRect/>
          </a:stretch>
        </p:blipFill>
        <p:spPr>
          <a:xfrm>
            <a:off x="380364" y="565146"/>
            <a:ext cx="3216265" cy="2646295"/>
          </a:xfrm>
          <a:prstGeom prst="rect">
            <a:avLst/>
          </a:prstGeom>
          <a:ln>
            <a:solidFill>
              <a:schemeClr val="accent1"/>
            </a:solidFill>
          </a:ln>
        </p:spPr>
      </p:pic>
      <p:sp>
        <p:nvSpPr>
          <p:cNvPr id="14" name="TextBox 13">
            <a:extLst>
              <a:ext uri="{FF2B5EF4-FFF2-40B4-BE49-F238E27FC236}">
                <a16:creationId xmlns:a16="http://schemas.microsoft.com/office/drawing/2014/main" id="{5E8C04A0-584A-9FA2-3BA9-058E64D6BB86}"/>
              </a:ext>
            </a:extLst>
          </p:cNvPr>
          <p:cNvSpPr txBox="1"/>
          <p:nvPr/>
        </p:nvSpPr>
        <p:spPr>
          <a:xfrm>
            <a:off x="994251" y="49090"/>
            <a:ext cx="10203499" cy="461665"/>
          </a:xfrm>
          <a:prstGeom prst="rect">
            <a:avLst/>
          </a:prstGeom>
          <a:noFill/>
        </p:spPr>
        <p:txBody>
          <a:bodyPr wrap="none" rtlCol="0">
            <a:spAutoFit/>
          </a:bodyPr>
          <a:lstStyle/>
          <a:p>
            <a:pPr algn="ctr"/>
            <a:r>
              <a:rPr lang="en-US" sz="2400" b="1" dirty="0">
                <a:latin typeface="Cambria" panose="02040503050406030204" pitchFamily="18" charset="0"/>
              </a:rPr>
              <a:t>Spatial and Temporal Functional Patterns of Seoul’s Public Bike Service</a:t>
            </a:r>
          </a:p>
        </p:txBody>
      </p:sp>
      <p:pic>
        <p:nvPicPr>
          <p:cNvPr id="16" name="Picture 15">
            <a:extLst>
              <a:ext uri="{FF2B5EF4-FFF2-40B4-BE49-F238E27FC236}">
                <a16:creationId xmlns:a16="http://schemas.microsoft.com/office/drawing/2014/main" id="{410ABCDB-ED1C-F991-40E9-F3BB845569F4}"/>
              </a:ext>
            </a:extLst>
          </p:cNvPr>
          <p:cNvPicPr>
            <a:picLocks noChangeAspect="1"/>
          </p:cNvPicPr>
          <p:nvPr/>
        </p:nvPicPr>
        <p:blipFill>
          <a:blip r:embed="rId3"/>
          <a:stretch>
            <a:fillRect/>
          </a:stretch>
        </p:blipFill>
        <p:spPr>
          <a:xfrm>
            <a:off x="3778856" y="565145"/>
            <a:ext cx="8074592" cy="2646295"/>
          </a:xfrm>
          <a:prstGeom prst="rect">
            <a:avLst/>
          </a:prstGeom>
          <a:ln>
            <a:solidFill>
              <a:schemeClr val="accent1"/>
            </a:solidFill>
          </a:ln>
        </p:spPr>
      </p:pic>
      <p:pic>
        <p:nvPicPr>
          <p:cNvPr id="17" name="Picture 16">
            <a:extLst>
              <a:ext uri="{FF2B5EF4-FFF2-40B4-BE49-F238E27FC236}">
                <a16:creationId xmlns:a16="http://schemas.microsoft.com/office/drawing/2014/main" id="{116FCBF1-1BF1-A75C-F42D-B4C833ACC2A2}"/>
              </a:ext>
            </a:extLst>
          </p:cNvPr>
          <p:cNvPicPr>
            <a:picLocks noChangeAspect="1"/>
          </p:cNvPicPr>
          <p:nvPr/>
        </p:nvPicPr>
        <p:blipFill>
          <a:blip r:embed="rId4"/>
          <a:stretch>
            <a:fillRect/>
          </a:stretch>
        </p:blipFill>
        <p:spPr>
          <a:xfrm>
            <a:off x="57715" y="3381089"/>
            <a:ext cx="3538914" cy="2911765"/>
          </a:xfrm>
          <a:prstGeom prst="rect">
            <a:avLst/>
          </a:prstGeom>
        </p:spPr>
      </p:pic>
    </p:spTree>
    <p:extLst>
      <p:ext uri="{BB962C8B-B14F-4D97-AF65-F5344CB8AC3E}">
        <p14:creationId xmlns:p14="http://schemas.microsoft.com/office/powerpoint/2010/main" val="256751007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1422</TotalTime>
  <Words>682</Words>
  <Application>Microsoft Macintosh PowerPoint</Application>
  <PresentationFormat>Widescreen</PresentationFormat>
  <Paragraphs>81</Paragraphs>
  <Slides>8</Slides>
  <Notes>6</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8</vt:i4>
      </vt:variant>
    </vt:vector>
  </HeadingPairs>
  <TitlesOfParts>
    <vt:vector size="15" baseType="lpstr">
      <vt:lpstr>Aptos</vt:lpstr>
      <vt:lpstr>Aptos Display</vt:lpstr>
      <vt:lpstr>Arial</vt:lpstr>
      <vt:lpstr>Arial Narrow</vt:lpstr>
      <vt:lpstr>Cambria</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Yunsik Kim</dc:creator>
  <cp:lastModifiedBy>Yunsik Kim</cp:lastModifiedBy>
  <cp:revision>1</cp:revision>
  <dcterms:created xsi:type="dcterms:W3CDTF">2024-11-05T15:12:04Z</dcterms:created>
  <dcterms:modified xsi:type="dcterms:W3CDTF">2026-02-23T22:24:12Z</dcterms:modified>
</cp:coreProperties>
</file>